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5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5" r:id="rId11"/>
    <p:sldId id="286" r:id="rId12"/>
    <p:sldId id="321" r:id="rId13"/>
    <p:sldId id="287" r:id="rId14"/>
    <p:sldId id="272" r:id="rId15"/>
    <p:sldId id="265" r:id="rId16"/>
    <p:sldId id="268" r:id="rId17"/>
    <p:sldId id="273" r:id="rId18"/>
    <p:sldId id="267" r:id="rId19"/>
    <p:sldId id="269" r:id="rId20"/>
    <p:sldId id="271" r:id="rId21"/>
    <p:sldId id="279" r:id="rId22"/>
    <p:sldId id="276" r:id="rId23"/>
    <p:sldId id="275" r:id="rId24"/>
    <p:sldId id="323" r:id="rId25"/>
    <p:sldId id="327" r:id="rId26"/>
    <p:sldId id="329" r:id="rId27"/>
    <p:sldId id="330" r:id="rId28"/>
    <p:sldId id="331" r:id="rId29"/>
    <p:sldId id="332" r:id="rId30"/>
    <p:sldId id="335" r:id="rId31"/>
    <p:sldId id="333" r:id="rId32"/>
    <p:sldId id="334" r:id="rId33"/>
    <p:sldId id="274" r:id="rId34"/>
    <p:sldId id="325" r:id="rId35"/>
    <p:sldId id="324" r:id="rId36"/>
    <p:sldId id="326" r:id="rId37"/>
    <p:sldId id="280" r:id="rId38"/>
    <p:sldId id="281" r:id="rId39"/>
    <p:sldId id="282" r:id="rId40"/>
    <p:sldId id="283" r:id="rId41"/>
    <p:sldId id="322" r:id="rId42"/>
    <p:sldId id="289" r:id="rId43"/>
    <p:sldId id="320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FF9933"/>
    <a:srgbClr val="BC5E00"/>
    <a:srgbClr val="B30505"/>
    <a:srgbClr val="B02200"/>
    <a:srgbClr val="DE2A00"/>
    <a:srgbClr val="800000"/>
    <a:srgbClr val="CC0000"/>
    <a:srgbClr val="8E1B0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36E701-82F7-46EC-A207-4D085395714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402B5-FB45-455E-A57E-0C4B08329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95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2A49E954-ED81-4510-E3B3-F7E900358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7E02B40A-AD78-A83F-F82B-04180CC762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20EAF20E-6EE8-12CA-72F1-2B9E2E7B02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9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BFA47B4F-E5BC-5E81-4BC3-720B99F6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:notes">
            <a:extLst>
              <a:ext uri="{FF2B5EF4-FFF2-40B4-BE49-F238E27FC236}">
                <a16:creationId xmlns:a16="http://schemas.microsoft.com/office/drawing/2014/main" id="{143AFD3F-7612-A38D-56FB-6D76E39A37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6:notes">
            <a:extLst>
              <a:ext uri="{FF2B5EF4-FFF2-40B4-BE49-F238E27FC236}">
                <a16:creationId xmlns:a16="http://schemas.microsoft.com/office/drawing/2014/main" id="{51B5A9FC-A2B1-9375-C674-548A4DF3E2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70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E07019E6-455D-F515-9F43-DA153D5CA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F00C2D11-3528-89C5-52EC-B44077F39E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3151847A-0505-70E8-C418-6EA88E23C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03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07CDD2D8-ECF1-926C-E353-EC00C5A20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A085A414-72EE-BFAB-9510-EE78D4B32C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23D29ABF-C0D5-4B85-1268-2D56B8232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179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9A1A7C6D-6003-7032-3A87-D71F28F4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32A0DFE0-42DA-D7F4-E086-477A0A41C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126E6BA1-21C8-B7BA-71BA-F1C8122F6A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7367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12AC1E82-E27E-B06D-96C8-EC7D0A2C2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5D7E6539-1ABE-222A-D3FB-9A6ED6DEC4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F45A3668-4AC2-F689-E513-966E93DC33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36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7F06500F-5E81-A64D-10A9-EF42FB2E6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F8EA0AE1-DD11-1AB7-E504-7A00116909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EBF394FF-6937-B208-11AB-C611CEDAC2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046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D28496B6-4DD7-BB6A-1A2D-407DF931B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D29444F3-8736-9472-CF9D-14DC576C78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882A2433-074F-BAE0-9DDE-F2BA14F652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4179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206EC1D5-A01B-E11A-CC24-8FB6ACB6F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:notes">
            <a:extLst>
              <a:ext uri="{FF2B5EF4-FFF2-40B4-BE49-F238E27FC236}">
                <a16:creationId xmlns:a16="http://schemas.microsoft.com/office/drawing/2014/main" id="{A8F2D4C3-5305-B2F2-2ABF-832C0F58AB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6:notes">
            <a:extLst>
              <a:ext uri="{FF2B5EF4-FFF2-40B4-BE49-F238E27FC236}">
                <a16:creationId xmlns:a16="http://schemas.microsoft.com/office/drawing/2014/main" id="{865B1151-8634-FCA2-DC1D-9A7D0D2342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788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FA652A7D-12CC-6316-A18F-F81DAF54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4F899881-97B6-C11E-31DE-66B47361ED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126662BA-360F-C82A-86B8-F48B290B16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359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4864500D-F4B3-BC09-27E9-FB6F83402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4D0172CF-E1BA-AAB4-9A34-DF6F946820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451F1992-556F-4025-54FD-D982B9CD5D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955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F6CDF421-5783-7AD8-7054-A49A76570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901ACB71-89E8-6E7A-F31A-F1A605B812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C29B1D87-102E-A4F1-03A3-9BD965A80F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358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BAA5CB5D-D824-FC2D-63E2-3255784B7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:notes">
            <a:extLst>
              <a:ext uri="{FF2B5EF4-FFF2-40B4-BE49-F238E27FC236}">
                <a16:creationId xmlns:a16="http://schemas.microsoft.com/office/drawing/2014/main" id="{56DE9AF2-3734-87B4-7971-7FE7E104BC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6:notes">
            <a:extLst>
              <a:ext uri="{FF2B5EF4-FFF2-40B4-BE49-F238E27FC236}">
                <a16:creationId xmlns:a16="http://schemas.microsoft.com/office/drawing/2014/main" id="{2573575E-C0F0-6306-6BD9-2BB0E9AB17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947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E093158F-0E3E-76A5-AE1C-CC0A2B3E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52DED222-1209-F663-66AC-7790CF48C2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62C2005E-FC40-AE35-1FAC-08E153ED4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0694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04C7DCFC-9F85-010F-900E-93A7FE5CA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FA46BB15-B819-28F7-2D7B-E54BD79E3D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3A2B8B73-F379-6BB8-A513-6B4FE5FFC8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808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143FE3B9-0553-2833-9056-DE75997C1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058A087C-82B5-077F-2B79-E096E1D5A4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0A4DC3A9-87C1-88FA-7A24-FD9EE69F0F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012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02EDFF11-8D06-E311-D080-5F0977B29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4BA2D374-34EE-1B5B-0A5A-F9E67ABBD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45F45044-B389-D95B-8834-5ACFBA5C81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565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6205B57C-8FCD-7BE1-628B-E7315DBE9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F32288EC-55EC-5C33-52E7-4ACEE2536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06509FC4-1831-C680-9C62-2F19D4EA04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402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CF32C824-CE65-F708-0019-320A425B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211E38DD-36D8-62B2-0424-F4C94F74AC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FACB1B65-C6CE-BF21-0CDA-2F278BC23E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29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861C2C8A-04C0-BE09-8510-9EF11A5DE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EEC32115-0ADB-A49B-461B-BE1B8356CC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9BB7154C-05F2-4C02-9BD8-6DF7F932AE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668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E57B7850-1902-5D5C-6348-4BC5723F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0B46B5EC-926D-AF4E-E4A7-24958D850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FB64492B-DA1C-D9E7-AF72-2153FEAA5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100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0BFAB0A5-F3D9-E1BB-213A-D529AE81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C81BEC59-B85E-29F2-6A02-A1E1C8207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D5B7002B-025D-E428-0E0B-4D9E9F256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574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E46F45FF-05E6-C731-73B1-94FF65780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85ADC6EB-D258-F83B-444C-C1B0FEB2B9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707D7E75-0D46-8076-E6D5-85D7100F4C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567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49C62711-DB85-94E7-E0B6-58BD5D296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DF7BE59F-514F-12AE-5970-C3853B666A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CC9DAFCE-5A9E-19DD-F0C1-ABECAE13F8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758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918256ED-949C-56FF-190D-8144131C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860E1C41-1871-6F27-308C-631FD4EADA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D437A1EF-69CF-3674-6BF9-7E2695FC70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360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64DAC9AE-EA6E-29BD-A276-E10351D1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AD296DE4-F427-7C30-1D37-FD6FA0703E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322B1702-5008-07C3-DA59-A2334CC578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742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17D43F7B-3BB7-DE7F-B256-B8102F04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6A7CD2D4-FE53-A96C-009E-C1BD76C6FA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E9CCE27D-FF28-5DD7-8161-A14535216D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309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5E14E456-842C-783D-A916-5B71555B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E6C4FF1B-361A-06B8-54EA-2A30FC5B6A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06AE79B6-5921-6A07-6681-85D7904F5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005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EFC2451A-F521-1619-DAE0-54C68A274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FB1E3D06-AC3D-8AB1-01F0-791066D593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77CA2984-2F30-72E4-19A0-29AA46BFC5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904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D0BA732D-C2FA-9036-259E-CF1E7D373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0DDE9B2E-33AF-CBF1-EF7E-D1164D94B4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79A8F907-C519-5CC7-3B7E-CA6E4F5B9E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926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EF84E365-64F4-BFD0-51B8-0F4132670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:notes">
            <a:extLst>
              <a:ext uri="{FF2B5EF4-FFF2-40B4-BE49-F238E27FC236}">
                <a16:creationId xmlns:a16="http://schemas.microsoft.com/office/drawing/2014/main" id="{DC1DDF82-8385-ACC7-45A3-D27DA6D4D6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7:notes">
            <a:extLst>
              <a:ext uri="{FF2B5EF4-FFF2-40B4-BE49-F238E27FC236}">
                <a16:creationId xmlns:a16="http://schemas.microsoft.com/office/drawing/2014/main" id="{0E7BFAA8-60BA-DA84-9C76-A0ABB7C0C0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689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DAFB8A14-71A3-65F0-ADB5-5DE8F0519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:notes">
            <a:extLst>
              <a:ext uri="{FF2B5EF4-FFF2-40B4-BE49-F238E27FC236}">
                <a16:creationId xmlns:a16="http://schemas.microsoft.com/office/drawing/2014/main" id="{0F87F2BA-2E76-24E2-E335-349A44C02F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6:notes">
            <a:extLst>
              <a:ext uri="{FF2B5EF4-FFF2-40B4-BE49-F238E27FC236}">
                <a16:creationId xmlns:a16="http://schemas.microsoft.com/office/drawing/2014/main" id="{64BBED90-B0CC-9168-9679-995C8F8B39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359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9CBDF318-86A8-CE7B-7AD6-F8CB6B876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:notes">
            <a:extLst>
              <a:ext uri="{FF2B5EF4-FFF2-40B4-BE49-F238E27FC236}">
                <a16:creationId xmlns:a16="http://schemas.microsoft.com/office/drawing/2014/main" id="{B5001A89-EA78-C535-A2B0-23F7CC0E8C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6:notes">
            <a:extLst>
              <a:ext uri="{FF2B5EF4-FFF2-40B4-BE49-F238E27FC236}">
                <a16:creationId xmlns:a16="http://schemas.microsoft.com/office/drawing/2014/main" id="{DFC28DDA-DE5A-3450-9FB5-F331C3D8CD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533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>
          <a:extLst>
            <a:ext uri="{FF2B5EF4-FFF2-40B4-BE49-F238E27FC236}">
              <a16:creationId xmlns:a16="http://schemas.microsoft.com/office/drawing/2014/main" id="{B71C1B19-B2A0-C5B7-F1CD-A0801D4A4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:notes">
            <a:extLst>
              <a:ext uri="{FF2B5EF4-FFF2-40B4-BE49-F238E27FC236}">
                <a16:creationId xmlns:a16="http://schemas.microsoft.com/office/drawing/2014/main" id="{DCC47C2D-1DDA-A186-AA7A-AF07FE39C1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5:notes">
            <a:extLst>
              <a:ext uri="{FF2B5EF4-FFF2-40B4-BE49-F238E27FC236}">
                <a16:creationId xmlns:a16="http://schemas.microsoft.com/office/drawing/2014/main" id="{86E8BF1C-536E-602E-6EBF-6EA5270530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026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E310-4F57-D943-3296-DEA62F203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D4706-5366-9FEC-E242-515E6139E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DB31C-F7B2-0835-789C-9B6B8136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8664-7F70-4BAC-BD68-8928C652F69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C581C-55BC-E6A8-38E7-437F4A622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DCFC5-79BB-A077-F274-6802CDFB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393F-4B93-4190-B4D0-D52CDA6F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171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D3584-2822-33B9-A68B-4E376CF57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1CF10-A9F4-8B2E-CFF0-E11519FEF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D9BE8-319A-68FA-201E-919AF33D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8664-7F70-4BAC-BD68-8928C652F69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23EB4-4E1D-5D34-FC6D-739DC6DA1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76B21-B8AE-26A1-5C76-F4BB94E53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393F-4B93-4190-B4D0-D52CDA6F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5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7F52D-6E21-C81D-3827-B691AA320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AB594-71AB-4DAD-9587-9BD04322E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CC5CC-BC89-288F-8FE4-60FDC5216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8664-7F70-4BAC-BD68-8928C652F69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2B7C4-A86C-0F03-CD13-159F7A71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A26B9-82B1-DD4D-9577-8F455DC82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393F-4B93-4190-B4D0-D52CDA6F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44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4D11-9A3E-8E28-4CC1-6DFDFF704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A5CA5-4814-7039-F7BE-31DF586E6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A0432-A1F7-DEC8-523A-E8BEBC2CC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28407-DD85-F9B2-B226-5B00921E6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8664-7F70-4BAC-BD68-8928C652F69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DC20A-241F-D02C-F42C-29FB590E8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0F51D-9753-D6B7-6EF7-9F564872D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393F-4B93-4190-B4D0-D52CDA6F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04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D95EA-68EA-DBC9-0F7F-8E411763E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F968D-FBE1-B2DB-F22A-603A1A054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0E6D9-C423-4F76-5ACF-AB6ABF165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E5F89-D676-BC7F-871A-D8A1991B60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B135A9-E57D-B6B8-7430-292C6FFA80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33C4D6-8300-35FB-471D-A03D8615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8664-7F70-4BAC-BD68-8928C652F69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0551AB-090B-724F-7631-63F4F9265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FDB16F-DEE8-A71E-D4A9-46FF729F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393F-4B93-4190-B4D0-D52CDA6F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21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2520-67ED-FC4E-C605-4F19200D2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B2A769-681E-1B09-74CE-924AD2A27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8664-7F70-4BAC-BD68-8928C652F69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9B75B-7964-BBC7-98CD-C816B153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B5685-A8FC-CEFA-7EB0-B080535E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393F-4B93-4190-B4D0-D52CDA6F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60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C0986-F13B-7505-4A3E-523ECBBA9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8664-7F70-4BAC-BD68-8928C652F69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23ACEA-FAFE-7A8B-4477-322C5BFF8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0E399-13C1-AA24-F178-291C6EAF2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393F-4B93-4190-B4D0-D52CDA6F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64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13268-C5C3-89C6-DA3A-AE1F4FF61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E9DEF-6F78-C61E-EFFA-E0E61BA7D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1587A-430B-1A17-DB86-EC3350F4F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DA5A4-4C91-CD4B-20FD-4C4E071FA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8664-7F70-4BAC-BD68-8928C652F69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8DF07-6908-EFC8-14E0-06549E3AD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09A52-FF53-92BF-64E2-EE3CFB948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393F-4B93-4190-B4D0-D52CDA6F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12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BE6-C41C-F9CB-D405-9FD470325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9675B2-5744-01C8-36F9-9E9941096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3D650-1F13-EE4C-B34E-1AF981B8D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D0196-7FE6-F777-DA29-EACDD7E2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8664-7F70-4BAC-BD68-8928C652F69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BFBA1-B879-842A-8E8A-0A97F3576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67AC4-7CC9-D74D-B3A9-01A91DF08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393F-4B93-4190-B4D0-D52CDA6F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05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A4ADB-153F-4EB8-CF27-E9A7DB886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E7A0E-0C87-E369-CD70-FA948DF8F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34C56-208B-B7E2-C31D-325391FF8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8664-7F70-4BAC-BD68-8928C652F69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947E2-7AE2-735F-7F8A-BB12F9C2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230E0-27B3-D2F1-D540-28E486A29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393F-4B93-4190-B4D0-D52CDA6F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65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18D7F7-9C62-2EC1-8563-121E70CC7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372134-23F6-BF6C-7E4E-4514A099B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89E61-0608-0AC4-598E-349FB600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8664-7F70-4BAC-BD68-8928C652F69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BC717-25BC-BDCC-0B5E-5D43B739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265C6-ACA2-019E-3E6B-0AAF978B0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393F-4B93-4190-B4D0-D52CDA6F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25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336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9518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8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68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68"/>
          <p:cNvSpPr txBox="1"/>
          <p:nvPr/>
        </p:nvSpPr>
        <p:spPr>
          <a:xfrm>
            <a:off x="11560205" y="305131"/>
            <a:ext cx="3994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" name="Google Shape;20;p68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21" name="Google Shape;21;p68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68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68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24" name="Google Shape;24;p68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68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6" name="Google Shape;26;p68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736095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9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69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69"/>
          <p:cNvSpPr txBox="1"/>
          <p:nvPr/>
        </p:nvSpPr>
        <p:spPr>
          <a:xfrm>
            <a:off x="11560205" y="305131"/>
            <a:ext cx="3994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69"/>
          <p:cNvSpPr>
            <a:spLocks noGrp="1"/>
          </p:cNvSpPr>
          <p:nvPr>
            <p:ph type="pic" idx="2"/>
          </p:nvPr>
        </p:nvSpPr>
        <p:spPr>
          <a:xfrm>
            <a:off x="8116673" y="1993246"/>
            <a:ext cx="4059266" cy="263531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Google Shape;32;p69"/>
          <p:cNvSpPr>
            <a:spLocks noGrp="1"/>
          </p:cNvSpPr>
          <p:nvPr>
            <p:ph type="pic" idx="3"/>
          </p:nvPr>
        </p:nvSpPr>
        <p:spPr>
          <a:xfrm>
            <a:off x="0" y="1993246"/>
            <a:ext cx="4058337" cy="263531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3" name="Google Shape;33;p69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4" name="Google Shape;34;p69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69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p69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37" name="Google Shape;37;p69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69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9" name="Google Shape;39;p69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59834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_Title Slide">
  <p:cSld name="22_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70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70"/>
          <p:cNvSpPr txBox="1"/>
          <p:nvPr/>
        </p:nvSpPr>
        <p:spPr>
          <a:xfrm>
            <a:off x="11560205" y="305131"/>
            <a:ext cx="3994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0658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1"/>
          <p:cNvSpPr/>
          <p:nvPr/>
        </p:nvSpPr>
        <p:spPr>
          <a:xfrm>
            <a:off x="0" y="-1"/>
            <a:ext cx="12192000" cy="4152123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1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1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1"/>
          <p:cNvSpPr txBox="1"/>
          <p:nvPr/>
        </p:nvSpPr>
        <p:spPr>
          <a:xfrm>
            <a:off x="11560205" y="305131"/>
            <a:ext cx="3994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1"/>
          <p:cNvSpPr>
            <a:spLocks noGrp="1"/>
          </p:cNvSpPr>
          <p:nvPr>
            <p:ph type="pic" idx="2"/>
          </p:nvPr>
        </p:nvSpPr>
        <p:spPr>
          <a:xfrm>
            <a:off x="5265737" y="921256"/>
            <a:ext cx="1660525" cy="1658937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50" name="Google Shape;50;p71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51" name="Google Shape;51;p71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71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71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54" name="Google Shape;54;p71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71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6" name="Google Shape;56;p71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1313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2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2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2"/>
          <p:cNvSpPr txBox="1"/>
          <p:nvPr/>
        </p:nvSpPr>
        <p:spPr>
          <a:xfrm>
            <a:off x="11560205" y="305131"/>
            <a:ext cx="3994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2"/>
          <p:cNvSpPr>
            <a:spLocks noGrp="1"/>
          </p:cNvSpPr>
          <p:nvPr>
            <p:ph type="pic" idx="2"/>
          </p:nvPr>
        </p:nvSpPr>
        <p:spPr>
          <a:xfrm>
            <a:off x="0" y="1993246"/>
            <a:ext cx="12192000" cy="263531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2" name="Google Shape;62;p72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63" name="Google Shape;63;p72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72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" name="Google Shape;65;p72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66" name="Google Shape;66;p72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72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8" name="Google Shape;68;p72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5193440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3"/>
          <p:cNvSpPr>
            <a:spLocks noGrp="1"/>
          </p:cNvSpPr>
          <p:nvPr>
            <p:ph type="pic" idx="2"/>
          </p:nvPr>
        </p:nvSpPr>
        <p:spPr>
          <a:xfrm>
            <a:off x="0" y="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73"/>
          <p:cNvSpPr>
            <a:spLocks noGrp="1"/>
          </p:cNvSpPr>
          <p:nvPr>
            <p:ph type="pic" idx="3"/>
          </p:nvPr>
        </p:nvSpPr>
        <p:spPr>
          <a:xfrm>
            <a:off x="0" y="228600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Google Shape;72;p73"/>
          <p:cNvSpPr>
            <a:spLocks noGrp="1"/>
          </p:cNvSpPr>
          <p:nvPr>
            <p:ph type="pic" idx="4"/>
          </p:nvPr>
        </p:nvSpPr>
        <p:spPr>
          <a:xfrm>
            <a:off x="0" y="457200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Google Shape;73;p73"/>
          <p:cNvSpPr>
            <a:spLocks noGrp="1"/>
          </p:cNvSpPr>
          <p:nvPr>
            <p:ph type="pic" idx="5"/>
          </p:nvPr>
        </p:nvSpPr>
        <p:spPr>
          <a:xfrm>
            <a:off x="2037319" y="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Google Shape;74;p73"/>
          <p:cNvSpPr>
            <a:spLocks noGrp="1"/>
          </p:cNvSpPr>
          <p:nvPr>
            <p:ph type="pic" idx="6"/>
          </p:nvPr>
        </p:nvSpPr>
        <p:spPr>
          <a:xfrm>
            <a:off x="2037319" y="228600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Google Shape;75;p73"/>
          <p:cNvSpPr>
            <a:spLocks noGrp="1"/>
          </p:cNvSpPr>
          <p:nvPr>
            <p:ph type="pic" idx="7"/>
          </p:nvPr>
        </p:nvSpPr>
        <p:spPr>
          <a:xfrm>
            <a:off x="2037319" y="457200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Google Shape;76;p73"/>
          <p:cNvSpPr>
            <a:spLocks noGrp="1"/>
          </p:cNvSpPr>
          <p:nvPr>
            <p:ph type="pic" idx="8"/>
          </p:nvPr>
        </p:nvSpPr>
        <p:spPr>
          <a:xfrm>
            <a:off x="4071319" y="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Google Shape;77;p73"/>
          <p:cNvSpPr>
            <a:spLocks noGrp="1"/>
          </p:cNvSpPr>
          <p:nvPr>
            <p:ph type="pic" idx="9"/>
          </p:nvPr>
        </p:nvSpPr>
        <p:spPr>
          <a:xfrm>
            <a:off x="4071319" y="228600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Google Shape;78;p73"/>
          <p:cNvSpPr>
            <a:spLocks noGrp="1"/>
          </p:cNvSpPr>
          <p:nvPr>
            <p:ph type="pic" idx="13"/>
          </p:nvPr>
        </p:nvSpPr>
        <p:spPr>
          <a:xfrm>
            <a:off x="4071319" y="457200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Google Shape;79;p73"/>
          <p:cNvSpPr>
            <a:spLocks noGrp="1"/>
          </p:cNvSpPr>
          <p:nvPr>
            <p:ph type="pic" idx="14"/>
          </p:nvPr>
        </p:nvSpPr>
        <p:spPr>
          <a:xfrm>
            <a:off x="6108638" y="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Google Shape;80;p73"/>
          <p:cNvSpPr>
            <a:spLocks noGrp="1"/>
          </p:cNvSpPr>
          <p:nvPr>
            <p:ph type="pic" idx="15"/>
          </p:nvPr>
        </p:nvSpPr>
        <p:spPr>
          <a:xfrm>
            <a:off x="6108638" y="228600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Google Shape;81;p73"/>
          <p:cNvSpPr>
            <a:spLocks noGrp="1"/>
          </p:cNvSpPr>
          <p:nvPr>
            <p:ph type="pic" idx="16"/>
          </p:nvPr>
        </p:nvSpPr>
        <p:spPr>
          <a:xfrm>
            <a:off x="6108638" y="457200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Google Shape;82;p73"/>
          <p:cNvSpPr>
            <a:spLocks noGrp="1"/>
          </p:cNvSpPr>
          <p:nvPr>
            <p:ph type="pic" idx="17"/>
          </p:nvPr>
        </p:nvSpPr>
        <p:spPr>
          <a:xfrm>
            <a:off x="8139319" y="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Google Shape;83;p73"/>
          <p:cNvSpPr>
            <a:spLocks noGrp="1"/>
          </p:cNvSpPr>
          <p:nvPr>
            <p:ph type="pic" idx="18"/>
          </p:nvPr>
        </p:nvSpPr>
        <p:spPr>
          <a:xfrm>
            <a:off x="8139319" y="228600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Google Shape;84;p73"/>
          <p:cNvSpPr>
            <a:spLocks noGrp="1"/>
          </p:cNvSpPr>
          <p:nvPr>
            <p:ph type="pic" idx="19"/>
          </p:nvPr>
        </p:nvSpPr>
        <p:spPr>
          <a:xfrm>
            <a:off x="8139319" y="457200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73"/>
          <p:cNvSpPr>
            <a:spLocks noGrp="1"/>
          </p:cNvSpPr>
          <p:nvPr>
            <p:ph type="pic" idx="20"/>
          </p:nvPr>
        </p:nvSpPr>
        <p:spPr>
          <a:xfrm>
            <a:off x="10176638" y="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Google Shape;86;p73"/>
          <p:cNvSpPr>
            <a:spLocks noGrp="1"/>
          </p:cNvSpPr>
          <p:nvPr>
            <p:ph type="pic" idx="21"/>
          </p:nvPr>
        </p:nvSpPr>
        <p:spPr>
          <a:xfrm>
            <a:off x="10176638" y="228600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Google Shape;87;p73"/>
          <p:cNvSpPr>
            <a:spLocks noGrp="1"/>
          </p:cNvSpPr>
          <p:nvPr>
            <p:ph type="pic" idx="22"/>
          </p:nvPr>
        </p:nvSpPr>
        <p:spPr>
          <a:xfrm>
            <a:off x="10176638" y="4572000"/>
            <a:ext cx="2034000" cy="228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Google Shape;88;p73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3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3"/>
          <p:cNvSpPr txBox="1"/>
          <p:nvPr/>
        </p:nvSpPr>
        <p:spPr>
          <a:xfrm>
            <a:off x="11584250" y="305131"/>
            <a:ext cx="35137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05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5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48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4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4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4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4"/>
          <p:cNvSpPr>
            <a:spLocks noGrp="1"/>
          </p:cNvSpPr>
          <p:nvPr>
            <p:ph type="pic" idx="2"/>
          </p:nvPr>
        </p:nvSpPr>
        <p:spPr>
          <a:xfrm>
            <a:off x="1450174" y="2284944"/>
            <a:ext cx="1697846" cy="1697847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" name="Google Shape;96;p74"/>
          <p:cNvSpPr>
            <a:spLocks noGrp="1"/>
          </p:cNvSpPr>
          <p:nvPr>
            <p:ph type="pic" idx="3"/>
          </p:nvPr>
        </p:nvSpPr>
        <p:spPr>
          <a:xfrm>
            <a:off x="3971864" y="2284944"/>
            <a:ext cx="1697846" cy="1697847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Google Shape;97;p74"/>
          <p:cNvSpPr>
            <a:spLocks noGrp="1"/>
          </p:cNvSpPr>
          <p:nvPr>
            <p:ph type="pic" idx="4"/>
          </p:nvPr>
        </p:nvSpPr>
        <p:spPr>
          <a:xfrm>
            <a:off x="6508785" y="2284944"/>
            <a:ext cx="1697846" cy="1697847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Google Shape;98;p74"/>
          <p:cNvSpPr>
            <a:spLocks noGrp="1"/>
          </p:cNvSpPr>
          <p:nvPr>
            <p:ph type="pic" idx="5"/>
          </p:nvPr>
        </p:nvSpPr>
        <p:spPr>
          <a:xfrm>
            <a:off x="9030475" y="2284944"/>
            <a:ext cx="1697846" cy="1697847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99" name="Google Shape;99;p74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100" name="Google Shape;100;p74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74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74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103" name="Google Shape;103;p74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74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5" name="Google Shape;105;p74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5738892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5"/>
          <p:cNvSpPr>
            <a:spLocks noGrp="1"/>
          </p:cNvSpPr>
          <p:nvPr>
            <p:ph type="pic" idx="2"/>
          </p:nvPr>
        </p:nvSpPr>
        <p:spPr>
          <a:xfrm>
            <a:off x="1244493" y="2113494"/>
            <a:ext cx="1697846" cy="1697847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Google Shape;108;p75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5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5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75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112" name="Google Shape;112;p75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75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75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115" name="Google Shape;115;p75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75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7" name="Google Shape;117;p75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81494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6"/>
          <p:cNvSpPr>
            <a:spLocks noGrp="1"/>
          </p:cNvSpPr>
          <p:nvPr>
            <p:ph type="pic" idx="2"/>
          </p:nvPr>
        </p:nvSpPr>
        <p:spPr>
          <a:xfrm>
            <a:off x="1450174" y="2284944"/>
            <a:ext cx="1697846" cy="169784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Google Shape;120;p76"/>
          <p:cNvSpPr>
            <a:spLocks noGrp="1"/>
          </p:cNvSpPr>
          <p:nvPr>
            <p:ph type="pic" idx="3"/>
          </p:nvPr>
        </p:nvSpPr>
        <p:spPr>
          <a:xfrm>
            <a:off x="3971864" y="2284944"/>
            <a:ext cx="1697846" cy="169784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Google Shape;121;p76"/>
          <p:cNvSpPr>
            <a:spLocks noGrp="1"/>
          </p:cNvSpPr>
          <p:nvPr>
            <p:ph type="pic" idx="4"/>
          </p:nvPr>
        </p:nvSpPr>
        <p:spPr>
          <a:xfrm>
            <a:off x="6508785" y="2284944"/>
            <a:ext cx="1697846" cy="169784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Google Shape;122;p76"/>
          <p:cNvSpPr>
            <a:spLocks noGrp="1"/>
          </p:cNvSpPr>
          <p:nvPr>
            <p:ph type="pic" idx="5"/>
          </p:nvPr>
        </p:nvSpPr>
        <p:spPr>
          <a:xfrm>
            <a:off x="9030475" y="2284944"/>
            <a:ext cx="1697846" cy="169784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Google Shape;123;p76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6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6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" name="Google Shape;126;p76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127" name="Google Shape;127;p76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76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76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130" name="Google Shape;130;p76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76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2" name="Google Shape;132;p76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9771599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7"/>
          <p:cNvSpPr>
            <a:spLocks noGrp="1"/>
          </p:cNvSpPr>
          <p:nvPr>
            <p:ph type="pic" idx="2"/>
          </p:nvPr>
        </p:nvSpPr>
        <p:spPr>
          <a:xfrm>
            <a:off x="4943475" y="1228725"/>
            <a:ext cx="2362200" cy="32607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77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7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7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77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139" name="Google Shape;139;p77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77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oogle Shape;141;p77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142" name="Google Shape;142;p77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77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4" name="Google Shape;144;p77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6253390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8"/>
          <p:cNvSpPr>
            <a:spLocks noGrp="1"/>
          </p:cNvSpPr>
          <p:nvPr>
            <p:ph type="pic" idx="2"/>
          </p:nvPr>
        </p:nvSpPr>
        <p:spPr>
          <a:xfrm>
            <a:off x="1222375" y="1945431"/>
            <a:ext cx="3106738" cy="201621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7" name="Google Shape;147;p78"/>
          <p:cNvSpPr>
            <a:spLocks noGrp="1"/>
          </p:cNvSpPr>
          <p:nvPr>
            <p:ph type="pic" idx="3"/>
          </p:nvPr>
        </p:nvSpPr>
        <p:spPr>
          <a:xfrm>
            <a:off x="4533786" y="1945431"/>
            <a:ext cx="3106738" cy="201621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Google Shape;148;p78"/>
          <p:cNvSpPr>
            <a:spLocks noGrp="1"/>
          </p:cNvSpPr>
          <p:nvPr>
            <p:ph type="pic" idx="4"/>
          </p:nvPr>
        </p:nvSpPr>
        <p:spPr>
          <a:xfrm>
            <a:off x="7858048" y="1945431"/>
            <a:ext cx="3106738" cy="201621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Google Shape;149;p78"/>
          <p:cNvSpPr>
            <a:spLocks noGrp="1"/>
          </p:cNvSpPr>
          <p:nvPr>
            <p:ph type="pic" idx="5"/>
          </p:nvPr>
        </p:nvSpPr>
        <p:spPr>
          <a:xfrm>
            <a:off x="1222375" y="4177345"/>
            <a:ext cx="3106738" cy="201621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0" name="Google Shape;150;p78"/>
          <p:cNvSpPr>
            <a:spLocks noGrp="1"/>
          </p:cNvSpPr>
          <p:nvPr>
            <p:ph type="pic" idx="6"/>
          </p:nvPr>
        </p:nvSpPr>
        <p:spPr>
          <a:xfrm>
            <a:off x="4533786" y="4177345"/>
            <a:ext cx="3106738" cy="201621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1" name="Google Shape;151;p78"/>
          <p:cNvSpPr>
            <a:spLocks noGrp="1"/>
          </p:cNvSpPr>
          <p:nvPr>
            <p:ph type="pic" idx="7"/>
          </p:nvPr>
        </p:nvSpPr>
        <p:spPr>
          <a:xfrm>
            <a:off x="7858048" y="4177345"/>
            <a:ext cx="3106738" cy="201621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Google Shape;152;p78"/>
          <p:cNvSpPr/>
          <p:nvPr/>
        </p:nvSpPr>
        <p:spPr>
          <a:xfrm flipH="1">
            <a:off x="9305255" y="2655843"/>
            <a:ext cx="1337469" cy="1337469"/>
          </a:xfrm>
          <a:custGeom>
            <a:avLst/>
            <a:gdLst/>
            <a:ahLst/>
            <a:cxnLst/>
            <a:rect l="l" t="t" r="r" b="b"/>
            <a:pathLst>
              <a:path w="1169" h="1169" extrusionOk="0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rgbClr val="D8D8D8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8"/>
          <p:cNvSpPr/>
          <p:nvPr/>
        </p:nvSpPr>
        <p:spPr>
          <a:xfrm flipH="1">
            <a:off x="10870156" y="3855256"/>
            <a:ext cx="521440" cy="521440"/>
          </a:xfrm>
          <a:custGeom>
            <a:avLst/>
            <a:gdLst/>
            <a:ahLst/>
            <a:cxnLst/>
            <a:rect l="l" t="t" r="r" b="b"/>
            <a:pathLst>
              <a:path w="1169" h="1169" extrusionOk="0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rgbClr val="D8D8D8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8"/>
          <p:cNvSpPr/>
          <p:nvPr/>
        </p:nvSpPr>
        <p:spPr>
          <a:xfrm flipH="1">
            <a:off x="8352858" y="2453988"/>
            <a:ext cx="521761" cy="521761"/>
          </a:xfrm>
          <a:custGeom>
            <a:avLst/>
            <a:gdLst/>
            <a:ahLst/>
            <a:cxnLst/>
            <a:rect l="l" t="t" r="r" b="b"/>
            <a:pathLst>
              <a:path w="1169" h="1169" extrusionOk="0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rgbClr val="D8D8D8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8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8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8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8" name="Google Shape;158;p78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159" name="Google Shape;159;p78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78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78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162" name="Google Shape;162;p78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78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4" name="Google Shape;164;p78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2247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9"/>
          <p:cNvSpPr>
            <a:spLocks noGrp="1"/>
          </p:cNvSpPr>
          <p:nvPr>
            <p:ph type="pic" idx="2"/>
          </p:nvPr>
        </p:nvSpPr>
        <p:spPr>
          <a:xfrm>
            <a:off x="1192213" y="2152650"/>
            <a:ext cx="3206750" cy="31384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7" name="Google Shape;167;p79"/>
          <p:cNvSpPr>
            <a:spLocks noGrp="1"/>
          </p:cNvSpPr>
          <p:nvPr>
            <p:ph type="pic" idx="3"/>
          </p:nvPr>
        </p:nvSpPr>
        <p:spPr>
          <a:xfrm>
            <a:off x="4487822" y="2152650"/>
            <a:ext cx="3206750" cy="31384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Google Shape;168;p79"/>
          <p:cNvSpPr>
            <a:spLocks noGrp="1"/>
          </p:cNvSpPr>
          <p:nvPr>
            <p:ph type="pic" idx="4"/>
          </p:nvPr>
        </p:nvSpPr>
        <p:spPr>
          <a:xfrm>
            <a:off x="7809924" y="2152650"/>
            <a:ext cx="3206750" cy="31384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Google Shape;169;p79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9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9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" name="Google Shape;172;p79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173" name="Google Shape;173;p79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79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79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176" name="Google Shape;176;p79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79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8" name="Google Shape;178;p79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9002986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0"/>
          <p:cNvSpPr>
            <a:spLocks noGrp="1"/>
          </p:cNvSpPr>
          <p:nvPr>
            <p:ph type="pic" idx="2"/>
          </p:nvPr>
        </p:nvSpPr>
        <p:spPr>
          <a:xfrm>
            <a:off x="1045466" y="2283008"/>
            <a:ext cx="4969744" cy="375333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1" name="Google Shape;181;p80"/>
          <p:cNvSpPr>
            <a:spLocks noGrp="1"/>
          </p:cNvSpPr>
          <p:nvPr>
            <p:ph type="pic" idx="3"/>
          </p:nvPr>
        </p:nvSpPr>
        <p:spPr>
          <a:xfrm>
            <a:off x="6516763" y="2283008"/>
            <a:ext cx="4969744" cy="375333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Google Shape;182;p80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0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0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p80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186" name="Google Shape;186;p80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80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80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189" name="Google Shape;189;p80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80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1" name="Google Shape;191;p80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298723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1"/>
          <p:cNvSpPr>
            <a:spLocks noGrp="1"/>
          </p:cNvSpPr>
          <p:nvPr>
            <p:ph type="pic" idx="2"/>
          </p:nvPr>
        </p:nvSpPr>
        <p:spPr>
          <a:xfrm>
            <a:off x="1045466" y="2283008"/>
            <a:ext cx="4969744" cy="375333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Google Shape;194;p81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1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1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" name="Google Shape;197;p81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198" name="Google Shape;198;p81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81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81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201" name="Google Shape;201;p81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81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3" name="Google Shape;203;p81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9889545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3143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" name="Google Shape;206;p82"/>
          <p:cNvSpPr>
            <a:spLocks noGrp="1"/>
          </p:cNvSpPr>
          <p:nvPr>
            <p:ph type="pic" idx="3"/>
          </p:nvPr>
        </p:nvSpPr>
        <p:spPr>
          <a:xfrm>
            <a:off x="1456589" y="1280867"/>
            <a:ext cx="1550340" cy="259899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Google Shape;207;p82"/>
          <p:cNvSpPr>
            <a:spLocks noGrp="1"/>
          </p:cNvSpPr>
          <p:nvPr>
            <p:ph type="pic" idx="4"/>
          </p:nvPr>
        </p:nvSpPr>
        <p:spPr>
          <a:xfrm>
            <a:off x="2855740" y="839411"/>
            <a:ext cx="1776413" cy="297797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Google Shape;208;p82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2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2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" name="Google Shape;211;p82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212" name="Google Shape;212;p82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82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82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215" name="Google Shape;215;p82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82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7" name="Google Shape;217;p82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61217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Slide">
  <p:cSld name="15_Title Slide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3"/>
          <p:cNvSpPr>
            <a:spLocks noGrp="1"/>
          </p:cNvSpPr>
          <p:nvPr>
            <p:ph type="pic" idx="2"/>
          </p:nvPr>
        </p:nvSpPr>
        <p:spPr>
          <a:xfrm>
            <a:off x="5266299" y="3164617"/>
            <a:ext cx="6819990" cy="40205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p83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3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3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83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224" name="Google Shape;224;p83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83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" name="Google Shape;226;p83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227" name="Google Shape;227;p83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83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9" name="Google Shape;229;p83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3699387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Slide">
  <p:cSld name="16_Title Slide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4"/>
          <p:cNvSpPr>
            <a:spLocks noGrp="1"/>
          </p:cNvSpPr>
          <p:nvPr>
            <p:ph type="pic" idx="2"/>
          </p:nvPr>
        </p:nvSpPr>
        <p:spPr>
          <a:xfrm>
            <a:off x="0" y="-23813"/>
            <a:ext cx="12192000" cy="411797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2" name="Google Shape;232;p84"/>
          <p:cNvSpPr>
            <a:spLocks noGrp="1"/>
          </p:cNvSpPr>
          <p:nvPr>
            <p:ph type="pic" idx="3"/>
          </p:nvPr>
        </p:nvSpPr>
        <p:spPr>
          <a:xfrm>
            <a:off x="6502324" y="662473"/>
            <a:ext cx="2734983" cy="29698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3" name="Google Shape;233;p84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4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4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" name="Google Shape;236;p84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237" name="Google Shape;237;p84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84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84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240" name="Google Shape;240;p84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84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2" name="Google Shape;242;p84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7874168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le Slide">
  <p:cSld name="17_Title Slide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5"/>
          <p:cNvSpPr/>
          <p:nvPr/>
        </p:nvSpPr>
        <p:spPr>
          <a:xfrm>
            <a:off x="-2" y="0"/>
            <a:ext cx="12187314" cy="400050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5"/>
          <p:cNvSpPr>
            <a:spLocks noGrp="1"/>
          </p:cNvSpPr>
          <p:nvPr>
            <p:ph type="pic" idx="2"/>
          </p:nvPr>
        </p:nvSpPr>
        <p:spPr>
          <a:xfrm>
            <a:off x="4265098" y="1704098"/>
            <a:ext cx="3633145" cy="228846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6" name="Google Shape;246;p85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5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5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" name="Google Shape;249;p85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250" name="Google Shape;250;p85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85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85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253" name="Google Shape;253;p85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85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55" name="Google Shape;255;p85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6086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Title Slide">
  <p:cSld name="21_Title Slide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6"/>
          <p:cNvSpPr>
            <a:spLocks noGrp="1"/>
          </p:cNvSpPr>
          <p:nvPr>
            <p:ph type="pic" idx="2"/>
          </p:nvPr>
        </p:nvSpPr>
        <p:spPr>
          <a:xfrm>
            <a:off x="0" y="2140431"/>
            <a:ext cx="12192000" cy="32411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8" name="Google Shape;258;p86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6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6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1" name="Google Shape;261;p86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262" name="Google Shape;262;p86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86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p86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265" name="Google Shape;265;p86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86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67" name="Google Shape;267;p86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3599175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Title Slide">
  <p:cSld name="19_Title Slide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7"/>
          <p:cNvSpPr>
            <a:spLocks noGrp="1"/>
          </p:cNvSpPr>
          <p:nvPr>
            <p:ph type="pic" idx="2"/>
          </p:nvPr>
        </p:nvSpPr>
        <p:spPr>
          <a:xfrm>
            <a:off x="1296106" y="3516313"/>
            <a:ext cx="1366837" cy="1366837"/>
          </a:xfrm>
          <a:prstGeom prst="ellipse">
            <a:avLst/>
          </a:pr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0" name="Google Shape;270;p87"/>
          <p:cNvSpPr>
            <a:spLocks noGrp="1"/>
          </p:cNvSpPr>
          <p:nvPr>
            <p:ph type="pic" idx="3"/>
          </p:nvPr>
        </p:nvSpPr>
        <p:spPr>
          <a:xfrm>
            <a:off x="9529057" y="4823209"/>
            <a:ext cx="1366837" cy="1366837"/>
          </a:xfrm>
          <a:prstGeom prst="ellipse">
            <a:avLst/>
          </a:pr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1" name="Google Shape;271;p87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7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7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4" name="Google Shape;274;p87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275" name="Google Shape;275;p87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87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p87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278" name="Google Shape;278;p87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87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80" name="Google Shape;280;p87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238395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Title Slide">
  <p:cSld name="18_Title Slide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8"/>
          <p:cNvSpPr>
            <a:spLocks noGrp="1"/>
          </p:cNvSpPr>
          <p:nvPr>
            <p:ph type="pic" idx="2"/>
          </p:nvPr>
        </p:nvSpPr>
        <p:spPr>
          <a:xfrm>
            <a:off x="1296106" y="3614791"/>
            <a:ext cx="1366837" cy="1366837"/>
          </a:xfrm>
          <a:prstGeom prst="ellipse">
            <a:avLst/>
          </a:prstGeom>
          <a:noFill/>
          <a:ln w="571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3" name="Google Shape;283;p88"/>
          <p:cNvSpPr>
            <a:spLocks noGrp="1"/>
          </p:cNvSpPr>
          <p:nvPr>
            <p:ph type="pic" idx="3"/>
          </p:nvPr>
        </p:nvSpPr>
        <p:spPr>
          <a:xfrm>
            <a:off x="9529057" y="4921687"/>
            <a:ext cx="1366837" cy="1366837"/>
          </a:xfrm>
          <a:prstGeom prst="ellipse">
            <a:avLst/>
          </a:prstGeom>
          <a:noFill/>
          <a:ln w="571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4" name="Google Shape;284;p88"/>
          <p:cNvSpPr>
            <a:spLocks noGrp="1"/>
          </p:cNvSpPr>
          <p:nvPr>
            <p:ph type="pic" idx="4"/>
          </p:nvPr>
        </p:nvSpPr>
        <p:spPr>
          <a:xfrm>
            <a:off x="1296106" y="971203"/>
            <a:ext cx="1366837" cy="1366837"/>
          </a:xfrm>
          <a:prstGeom prst="ellipse">
            <a:avLst/>
          </a:prstGeom>
          <a:noFill/>
          <a:ln w="571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5" name="Google Shape;285;p88"/>
          <p:cNvSpPr>
            <a:spLocks noGrp="1"/>
          </p:cNvSpPr>
          <p:nvPr>
            <p:ph type="pic" idx="5"/>
          </p:nvPr>
        </p:nvSpPr>
        <p:spPr>
          <a:xfrm>
            <a:off x="9529057" y="2278099"/>
            <a:ext cx="1366837" cy="1366837"/>
          </a:xfrm>
          <a:prstGeom prst="ellipse">
            <a:avLst/>
          </a:prstGeom>
          <a:noFill/>
          <a:ln w="571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6" name="Google Shape;286;p88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8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8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p88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290" name="Google Shape;290;p88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88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88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293" name="Google Shape;293;p88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88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95" name="Google Shape;295;p88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6644661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Title Slide">
  <p:cSld name="20_Title Slide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9"/>
          <p:cNvSpPr>
            <a:spLocks noGrp="1"/>
          </p:cNvSpPr>
          <p:nvPr>
            <p:ph type="pic" idx="2"/>
          </p:nvPr>
        </p:nvSpPr>
        <p:spPr>
          <a:xfrm>
            <a:off x="1296106" y="971203"/>
            <a:ext cx="1366837" cy="1366837"/>
          </a:xfrm>
          <a:prstGeom prst="ellipse">
            <a:avLst/>
          </a:pr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8" name="Google Shape;298;p89"/>
          <p:cNvSpPr>
            <a:spLocks noGrp="1"/>
          </p:cNvSpPr>
          <p:nvPr>
            <p:ph type="pic" idx="3"/>
          </p:nvPr>
        </p:nvSpPr>
        <p:spPr>
          <a:xfrm>
            <a:off x="9529057" y="2278099"/>
            <a:ext cx="1366837" cy="1366837"/>
          </a:xfrm>
          <a:prstGeom prst="ellipse">
            <a:avLst/>
          </a:prstGeom>
          <a:noFill/>
          <a:ln w="571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9" name="Google Shape;299;p89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9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9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2" name="Google Shape;302;p89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03" name="Google Shape;303;p89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89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89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306" name="Google Shape;306;p89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89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08" name="Google Shape;308;p89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829602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_Title Slide">
  <p:cSld name="23_Title Slide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0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0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0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3" name="Google Shape;313;p90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14" name="Google Shape;314;p90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90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90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317" name="Google Shape;317;p90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90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19" name="Google Shape;319;p90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320" name="Google Shape;320;p90"/>
          <p:cNvSpPr>
            <a:spLocks noGrp="1"/>
          </p:cNvSpPr>
          <p:nvPr>
            <p:ph type="pic" idx="2"/>
          </p:nvPr>
        </p:nvSpPr>
        <p:spPr>
          <a:xfrm>
            <a:off x="4937125" y="3083109"/>
            <a:ext cx="2317750" cy="2317750"/>
          </a:xfrm>
          <a:prstGeom prst="ellipse">
            <a:avLst/>
          </a:prstGeom>
          <a:noFill/>
          <a:ln w="984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128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 Slide">
  <p:cSld name="24_Title Slide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53990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3" name="Google Shape;323;p91"/>
          <p:cNvSpPr/>
          <p:nvPr/>
        </p:nvSpPr>
        <p:spPr>
          <a:xfrm>
            <a:off x="11528983" y="273543"/>
            <a:ext cx="461914" cy="367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1"/>
          <p:cNvSpPr/>
          <p:nvPr/>
        </p:nvSpPr>
        <p:spPr>
          <a:xfrm>
            <a:off x="11528983" y="641189"/>
            <a:ext cx="461914" cy="45719"/>
          </a:xfrm>
          <a:prstGeom prst="rect">
            <a:avLst/>
          </a:prstGeom>
          <a:solidFill>
            <a:srgbClr val="2167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1"/>
          <p:cNvSpPr txBox="1"/>
          <p:nvPr/>
        </p:nvSpPr>
        <p:spPr>
          <a:xfrm>
            <a:off x="11560205" y="305131"/>
            <a:ext cx="3994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6" name="Google Shape;326;p91"/>
          <p:cNvGrpSpPr/>
          <p:nvPr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27" name="Google Shape;327;p91">
              <a:hlinkClick r:id="" action="ppaction://hlinkshowjump?jump=previousslide"/>
            </p:cNvPr>
            <p:cNvSpPr/>
            <p:nvPr/>
          </p:nvSpPr>
          <p:spPr>
            <a:xfrm>
              <a:off x="4520555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91">
              <a:hlinkClick r:id="" action="ppaction://hlinkshowjump?jump=previous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91"/>
          <p:cNvGrpSpPr/>
          <p:nvPr/>
        </p:nvGrpSpPr>
        <p:grpSpPr>
          <a:xfrm flipH="1">
            <a:off x="933709" y="6409324"/>
            <a:ext cx="224082" cy="221156"/>
            <a:chOff x="4328868" y="5502988"/>
            <a:chExt cx="500307" cy="493774"/>
          </a:xfrm>
        </p:grpSpPr>
        <p:sp>
          <p:nvSpPr>
            <p:cNvPr id="330" name="Google Shape;330;p91">
              <a:hlinkClick r:id="" action="ppaction://hlinkshowjump?jump=nextslide"/>
            </p:cNvPr>
            <p:cNvSpPr/>
            <p:nvPr/>
          </p:nvSpPr>
          <p:spPr>
            <a:xfrm>
              <a:off x="4520556" y="5649754"/>
              <a:ext cx="116933" cy="200242"/>
            </a:xfrm>
            <a:custGeom>
              <a:avLst/>
              <a:gdLst/>
              <a:ahLst/>
              <a:cxnLst/>
              <a:rect l="l" t="t" r="r" b="b"/>
              <a:pathLst>
                <a:path w="425" h="728" extrusionOk="0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91">
              <a:hlinkClick r:id="" action="ppaction://hlinkshowjump?jump=nextslide"/>
            </p:cNvPr>
            <p:cNvSpPr/>
            <p:nvPr/>
          </p:nvSpPr>
          <p:spPr>
            <a:xfrm>
              <a:off x="4328868" y="5502988"/>
              <a:ext cx="500307" cy="493774"/>
            </a:xfrm>
            <a:custGeom>
              <a:avLst/>
              <a:gdLst/>
              <a:ahLst/>
              <a:cxnLst/>
              <a:rect l="l" t="t" r="r" b="b"/>
              <a:pathLst>
                <a:path w="2753" h="2716" extrusionOk="0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2" name="Google Shape;332;p91"/>
          <p:cNvCxnSpPr/>
          <p:nvPr/>
        </p:nvCxnSpPr>
        <p:spPr>
          <a:xfrm>
            <a:off x="552709" y="6522684"/>
            <a:ext cx="381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53482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83751D-07E5-A6B0-6539-B9A7B47A8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067D0-AFD7-B291-58F5-3C449CE9F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8F918-7779-065F-90CE-8B3ADD5D9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78664-7F70-4BAC-BD68-8928C652F691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A6AD6-AF71-01DF-1196-22107FC7C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B6C51-4F5F-F9EE-B6F3-D7C82F828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8393F-4B93-4190-B4D0-D52CDA6FB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86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635369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etcomposer.org/download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3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5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7.png"/><Relationship Id="rId4" Type="http://schemas.openxmlformats.org/officeDocument/2006/relationships/hyperlink" Target="http://127.0.0.1:8000/films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50000"/>
          </a:schemeClr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E464A9-4475-7CA8-0E37-4B7E14369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418"/>
            <a:ext cx="4629150" cy="2390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225E37-AB03-D281-57C9-20860C2F4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3" r="17181"/>
          <a:stretch>
            <a:fillRect/>
          </a:stretch>
        </p:blipFill>
        <p:spPr>
          <a:xfrm>
            <a:off x="8953500" y="-18419"/>
            <a:ext cx="3133725" cy="2390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3100DB-C17F-FF10-2FE1-589D8ED9A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8"/>
          <a:stretch>
            <a:fillRect/>
          </a:stretch>
        </p:blipFill>
        <p:spPr>
          <a:xfrm>
            <a:off x="4629150" y="-18419"/>
            <a:ext cx="4467225" cy="2390775"/>
          </a:xfrm>
          <a:prstGeom prst="rect">
            <a:avLst/>
          </a:prstGeom>
        </p:spPr>
      </p:pic>
      <p:sp>
        <p:nvSpPr>
          <p:cNvPr id="338" name="Google Shape;338;p1"/>
          <p:cNvSpPr txBox="1"/>
          <p:nvPr/>
        </p:nvSpPr>
        <p:spPr>
          <a:xfrm>
            <a:off x="603558" y="5568243"/>
            <a:ext cx="326915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 dirty="0">
                <a:latin typeface="Amasis MT Pro" panose="02040504050005020304" pitchFamily="18" charset="0"/>
                <a:sym typeface="Arial"/>
              </a:rPr>
              <a:t>Module: </a:t>
            </a:r>
            <a:r>
              <a:rPr lang="fr-FR" sz="2400" b="0" i="0" u="none" strike="noStrike" cap="none" dirty="0">
                <a:latin typeface="Aptos Black" panose="020B0004020202020204" pitchFamily="34" charset="0"/>
                <a:sym typeface="Arial"/>
              </a:rPr>
              <a:t>Développement Web</a:t>
            </a:r>
            <a:endParaRPr sz="2000" b="0" i="0" u="none" strike="noStrike" cap="none" dirty="0">
              <a:latin typeface="Aptos Black" panose="020B0004020202020204" pitchFamily="34" charset="0"/>
              <a:sym typeface="Arial"/>
            </a:endParaRPr>
          </a:p>
        </p:txBody>
      </p:sp>
      <p:cxnSp>
        <p:nvCxnSpPr>
          <p:cNvPr id="339" name="Google Shape;339;p1"/>
          <p:cNvCxnSpPr/>
          <p:nvPr/>
        </p:nvCxnSpPr>
        <p:spPr>
          <a:xfrm>
            <a:off x="5247947" y="3855720"/>
            <a:ext cx="2042729" cy="0"/>
          </a:xfrm>
          <a:prstGeom prst="straightConnector1">
            <a:avLst/>
          </a:prstGeom>
          <a:noFill/>
          <a:ln w="15875" cap="flat" cmpd="sng">
            <a:solidFill>
              <a:srgbClr val="111111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342" name="Google Shape;342;p1"/>
          <p:cNvSpPr txBox="1"/>
          <p:nvPr/>
        </p:nvSpPr>
        <p:spPr>
          <a:xfrm>
            <a:off x="4490364" y="4044810"/>
            <a:ext cx="3557897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800" dirty="0">
                <a:latin typeface="Amasis MT Pro" panose="02040504050005020304" pitchFamily="18" charset="0"/>
              </a:rPr>
              <a:t>Équipe: </a:t>
            </a:r>
            <a:endParaRPr lang="fr-FR" sz="2400" b="1" i="0" u="none" strike="noStrike" cap="none" dirty="0">
              <a:latin typeface="Amasis MT Pro" panose="02040504050005020304" pitchFamily="18" charset="0"/>
              <a:ea typeface="Calibri"/>
              <a:cs typeface="Calibri"/>
              <a:sym typeface="Calibri"/>
            </a:endParaRPr>
          </a:p>
          <a:p>
            <a:pPr algn="ctr"/>
            <a:r>
              <a:rPr lang="fr-FR" sz="1800" b="1" dirty="0">
                <a:latin typeface="Aptos Black" panose="020B0004020202020204" pitchFamily="34" charset="0"/>
                <a:ea typeface="Calibri"/>
                <a:cs typeface="Calibri"/>
                <a:sym typeface="Calibri"/>
              </a:rPr>
              <a:t>Jihane </a:t>
            </a:r>
            <a:r>
              <a:rPr lang="fr-FR" sz="1800" b="1" i="0" u="none" strike="noStrike" cap="none" dirty="0">
                <a:latin typeface="Aptos Black" panose="020B0004020202020204" pitchFamily="34" charset="0"/>
                <a:ea typeface="Calibri"/>
                <a:cs typeface="Calibri"/>
                <a:sym typeface="Calibri"/>
              </a:rPr>
              <a:t>BENZERKANE </a:t>
            </a:r>
          </a:p>
          <a:p>
            <a:pPr algn="ctr"/>
            <a:r>
              <a:rPr lang="fr-FR" sz="1800" b="1" dirty="0">
                <a:latin typeface="Aptos Black" panose="020B0004020202020204" pitchFamily="34" charset="0"/>
                <a:ea typeface="Calibri"/>
                <a:cs typeface="Calibri"/>
                <a:sym typeface="Calibri"/>
              </a:rPr>
              <a:t>Maroua ARBOUNI </a:t>
            </a:r>
          </a:p>
          <a:p>
            <a:pPr algn="ctr"/>
            <a:r>
              <a:rPr lang="fr-FR" sz="1800" b="1" dirty="0">
                <a:latin typeface="Aptos Black" panose="020B0004020202020204" pitchFamily="34" charset="0"/>
                <a:ea typeface="Calibri"/>
                <a:cs typeface="Calibri"/>
                <a:sym typeface="Calibri"/>
              </a:rPr>
              <a:t>Hanane BIHYA </a:t>
            </a:r>
          </a:p>
          <a:p>
            <a:pPr lvl="0" algn="ctr"/>
            <a:r>
              <a:rPr lang="en-US" sz="1800" b="1" dirty="0">
                <a:latin typeface="Aptos Black" panose="020B0004020202020204" pitchFamily="34" charset="0"/>
                <a:ea typeface="Calibri"/>
                <a:cs typeface="Calibri"/>
                <a:sym typeface="Calibri"/>
              </a:rPr>
              <a:t>Fatimazahra BOUJAADA</a:t>
            </a:r>
            <a:endParaRPr sz="1800" b="1" dirty="0">
              <a:latin typeface="Aptos Black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"/>
          <p:cNvSpPr txBox="1"/>
          <p:nvPr/>
        </p:nvSpPr>
        <p:spPr>
          <a:xfrm>
            <a:off x="5214473" y="5522097"/>
            <a:ext cx="210968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i="1" dirty="0">
                <a:latin typeface="Calibri"/>
                <a:ea typeface="Calibri"/>
                <a:cs typeface="Calibri"/>
                <a:sym typeface="Calibri"/>
              </a:rPr>
              <a:t>UAE / ENSAH / TDIA 1 – S2</a:t>
            </a:r>
            <a:endParaRPr dirty="0"/>
          </a:p>
        </p:txBody>
      </p:sp>
      <p:sp>
        <p:nvSpPr>
          <p:cNvPr id="2" name="Google Shape;338;p1">
            <a:extLst>
              <a:ext uri="{FF2B5EF4-FFF2-40B4-BE49-F238E27FC236}">
                <a16:creationId xmlns:a16="http://schemas.microsoft.com/office/drawing/2014/main" id="{1455E9A1-A4CF-E1CF-0C65-8D233B98B3CD}"/>
              </a:ext>
            </a:extLst>
          </p:cNvPr>
          <p:cNvSpPr txBox="1"/>
          <p:nvPr/>
        </p:nvSpPr>
        <p:spPr>
          <a:xfrm>
            <a:off x="1822496" y="2340580"/>
            <a:ext cx="8893629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fr-FR" sz="4000" dirty="0">
                <a:solidFill>
                  <a:srgbClr val="CC0000"/>
                </a:solidFill>
                <a:latin typeface="Aptos Black" panose="020B0004020202020204" pitchFamily="34" charset="0"/>
              </a:rPr>
              <a:t>Présentation du Framework Laravel &amp; Mini-Projet CRUD</a:t>
            </a:r>
            <a:endParaRPr sz="8800" b="0" i="0" u="none" strike="noStrike" cap="none" dirty="0">
              <a:solidFill>
                <a:srgbClr val="CC0000"/>
              </a:solidFill>
              <a:latin typeface="Aptos Black" panose="020B0004020202020204" pitchFamily="34" charset="0"/>
              <a:sym typeface="Arial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5EC59E0-E119-96E8-5F68-7B33C0F5B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Google Shape;342;p1">
            <a:extLst>
              <a:ext uri="{FF2B5EF4-FFF2-40B4-BE49-F238E27FC236}">
                <a16:creationId xmlns:a16="http://schemas.microsoft.com/office/drawing/2014/main" id="{25CF83C7-BDB9-824C-2DB5-F00986A41E02}"/>
              </a:ext>
            </a:extLst>
          </p:cNvPr>
          <p:cNvSpPr txBox="1"/>
          <p:nvPr/>
        </p:nvSpPr>
        <p:spPr>
          <a:xfrm>
            <a:off x="8319284" y="5581044"/>
            <a:ext cx="355789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800" dirty="0" err="1">
                <a:latin typeface="Amasis MT Pro" panose="02040504050005020304" pitchFamily="18" charset="0"/>
              </a:rPr>
              <a:t>Encadr</a:t>
            </a:r>
            <a:r>
              <a:rPr lang="fr-FR" sz="1800" dirty="0">
                <a:latin typeface="Amasis MT Pro" panose="02040504050005020304" pitchFamily="18" charset="0"/>
              </a:rPr>
              <a:t>é par</a:t>
            </a:r>
            <a:r>
              <a:rPr lang="en-US" sz="1800" dirty="0">
                <a:latin typeface="Amasis MT Pro" panose="02040504050005020304" pitchFamily="18" charset="0"/>
              </a:rPr>
              <a:t>: </a:t>
            </a:r>
          </a:p>
          <a:p>
            <a:pPr lvl="0" algn="ctr"/>
            <a:r>
              <a:rPr lang="fr-FR" sz="1800" b="1" dirty="0">
                <a:latin typeface="Aptos Black" panose="020B0004020202020204" pitchFamily="34" charset="0"/>
                <a:ea typeface="Calibri"/>
                <a:cs typeface="Calibri"/>
                <a:sym typeface="Calibri"/>
              </a:rPr>
              <a:t>Mohamed CHERRADI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2FFC3E-5010-E868-6F13-2C29B194640A}"/>
              </a:ext>
            </a:extLst>
          </p:cNvPr>
          <p:cNvSpPr/>
          <p:nvPr/>
        </p:nvSpPr>
        <p:spPr>
          <a:xfrm>
            <a:off x="0" y="0"/>
            <a:ext cx="12192000" cy="2390774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rgbClr val="D7D7D7">
                  <a:alpha val="0"/>
                </a:srgbClr>
              </a:gs>
              <a:gs pos="100000">
                <a:schemeClr val="bg2">
                  <a:lumMod val="2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0" name="Google Shape;350;p2"/>
          <p:cNvCxnSpPr>
            <a:cxnSpLocks/>
          </p:cNvCxnSpPr>
          <p:nvPr/>
        </p:nvCxnSpPr>
        <p:spPr>
          <a:xfrm>
            <a:off x="6090919" y="3920108"/>
            <a:ext cx="0" cy="2937892"/>
          </a:xfrm>
          <a:prstGeom prst="straightConnector1">
            <a:avLst/>
          </a:prstGeom>
          <a:noFill/>
          <a:ln w="25400" cap="flat" cmpd="sng">
            <a:solidFill>
              <a:schemeClr val="bg2">
                <a:lumMod val="25000"/>
              </a:schemeClr>
            </a:solidFill>
            <a:prstDash val="solid"/>
            <a:miter lim="800000"/>
            <a:headEnd type="oval" w="med" len="med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BB6AF04-D379-51A6-137A-B22DC8BEC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963769"/>
            <a:ext cx="2933699" cy="2933699"/>
          </a:xfrm>
          <a:prstGeom prst="rect">
            <a:avLst/>
          </a:prstGeom>
        </p:spPr>
      </p:pic>
      <p:sp>
        <p:nvSpPr>
          <p:cNvPr id="5" name="Google Shape;355;p3">
            <a:extLst>
              <a:ext uri="{FF2B5EF4-FFF2-40B4-BE49-F238E27FC236}">
                <a16:creationId xmlns:a16="http://schemas.microsoft.com/office/drawing/2014/main" id="{BD044AF1-204C-8727-F6A6-D4966DBDB650}"/>
              </a:ext>
            </a:extLst>
          </p:cNvPr>
          <p:cNvSpPr txBox="1"/>
          <p:nvPr/>
        </p:nvSpPr>
        <p:spPr>
          <a:xfrm>
            <a:off x="2973140" y="2110173"/>
            <a:ext cx="65163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Plan de la Pr</a:t>
            </a:r>
            <a:r>
              <a:rPr lang="en-US" sz="48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ésentation</a:t>
            </a:r>
            <a:endParaRPr sz="48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"/>
          <p:cNvSpPr txBox="1"/>
          <p:nvPr/>
        </p:nvSpPr>
        <p:spPr>
          <a:xfrm>
            <a:off x="5492820" y="1019908"/>
            <a:ext cx="141737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sz="48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3"/>
          <p:cNvCxnSpPr/>
          <p:nvPr/>
        </p:nvCxnSpPr>
        <p:spPr>
          <a:xfrm>
            <a:off x="6096000" y="2102176"/>
            <a:ext cx="0" cy="1249175"/>
          </a:xfrm>
          <a:prstGeom prst="straightConnector1">
            <a:avLst/>
          </a:prstGeom>
          <a:noFill/>
          <a:ln w="25400" cap="flat" cmpd="sng">
            <a:solidFill>
              <a:schemeClr val="bg2">
                <a:lumMod val="2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7" name="Google Shape;357;p3"/>
          <p:cNvSpPr txBox="1"/>
          <p:nvPr/>
        </p:nvSpPr>
        <p:spPr>
          <a:xfrm>
            <a:off x="944882" y="2889686"/>
            <a:ext cx="337161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fr-FR" b="1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Introduction &amp; Historique</a:t>
            </a:r>
            <a:endParaRPr sz="1800" b="1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"/>
          <p:cNvSpPr txBox="1"/>
          <p:nvPr/>
        </p:nvSpPr>
        <p:spPr>
          <a:xfrm>
            <a:off x="410308" y="3306861"/>
            <a:ext cx="390618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fr-FR" sz="14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Présentation de </a:t>
            </a:r>
            <a:r>
              <a:rPr lang="fr-FR" sz="1400" dirty="0" err="1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Laravel</a:t>
            </a:r>
            <a:r>
              <a:rPr lang="fr-FR" sz="14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&amp; Origine</a:t>
            </a:r>
            <a:r>
              <a:rPr lang="fr-FR" sz="12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  <p:sp>
        <p:nvSpPr>
          <p:cNvPr id="359" name="Google Shape;359;p3"/>
          <p:cNvSpPr/>
          <p:nvPr/>
        </p:nvSpPr>
        <p:spPr>
          <a:xfrm rot="10800000">
            <a:off x="5964025" y="1973474"/>
            <a:ext cx="263951" cy="155809"/>
          </a:xfrm>
          <a:prstGeom prst="triangle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"/>
          <p:cNvSpPr/>
          <p:nvPr/>
        </p:nvSpPr>
        <p:spPr>
          <a:xfrm>
            <a:off x="6039439" y="3366931"/>
            <a:ext cx="113122" cy="113122"/>
          </a:xfrm>
          <a:prstGeom prst="ellipse">
            <a:avLst/>
          </a:prstGeom>
          <a:solidFill>
            <a:srgbClr val="C00000"/>
          </a:solidFill>
          <a:ln w="508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3"/>
          <p:cNvCxnSpPr/>
          <p:nvPr/>
        </p:nvCxnSpPr>
        <p:spPr>
          <a:xfrm>
            <a:off x="5514680" y="3442346"/>
            <a:ext cx="524759" cy="0"/>
          </a:xfrm>
          <a:prstGeom prst="straightConnector1">
            <a:avLst/>
          </a:prstGeom>
          <a:noFill/>
          <a:ln w="25400" cap="flat" cmpd="sng">
            <a:solidFill>
              <a:schemeClr val="bg2">
                <a:lumMod val="2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2" name="Google Shape;362;p3"/>
          <p:cNvSpPr/>
          <p:nvPr/>
        </p:nvSpPr>
        <p:spPr>
          <a:xfrm>
            <a:off x="4448467" y="2915164"/>
            <a:ext cx="1054364" cy="10543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3" name="Google Shape;363;p3"/>
          <p:cNvGrpSpPr/>
          <p:nvPr/>
        </p:nvGrpSpPr>
        <p:grpSpPr>
          <a:xfrm>
            <a:off x="4753456" y="3223972"/>
            <a:ext cx="444385" cy="436748"/>
            <a:chOff x="-20638" y="1588"/>
            <a:chExt cx="2955925" cy="2905125"/>
          </a:xfrm>
        </p:grpSpPr>
        <p:sp>
          <p:nvSpPr>
            <p:cNvPr id="364" name="Google Shape;364;p3"/>
            <p:cNvSpPr/>
            <p:nvPr/>
          </p:nvSpPr>
          <p:spPr>
            <a:xfrm>
              <a:off x="1595438" y="363538"/>
              <a:ext cx="955675" cy="955675"/>
            </a:xfrm>
            <a:custGeom>
              <a:avLst/>
              <a:gdLst/>
              <a:ahLst/>
              <a:cxnLst/>
              <a:rect l="l" t="t" r="r" b="b"/>
              <a:pathLst>
                <a:path w="254" h="254" extrusionOk="0">
                  <a:moveTo>
                    <a:pt x="229" y="242"/>
                  </a:moveTo>
                  <a:cubicBezTo>
                    <a:pt x="229" y="242"/>
                    <a:pt x="229" y="242"/>
                    <a:pt x="229" y="242"/>
                  </a:cubicBezTo>
                  <a:cubicBezTo>
                    <a:pt x="229" y="248"/>
                    <a:pt x="235" y="254"/>
                    <a:pt x="241" y="254"/>
                  </a:cubicBezTo>
                  <a:cubicBezTo>
                    <a:pt x="248" y="254"/>
                    <a:pt x="254" y="248"/>
                    <a:pt x="254" y="242"/>
                  </a:cubicBezTo>
                  <a:cubicBezTo>
                    <a:pt x="254" y="242"/>
                    <a:pt x="253" y="242"/>
                    <a:pt x="253" y="242"/>
                  </a:cubicBezTo>
                  <a:cubicBezTo>
                    <a:pt x="253" y="109"/>
                    <a:pt x="146" y="1"/>
                    <a:pt x="13" y="1"/>
                  </a:cubicBezTo>
                  <a:cubicBezTo>
                    <a:pt x="13" y="1"/>
                    <a:pt x="12" y="0"/>
                    <a:pt x="12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9"/>
                    <a:pt x="6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32" y="25"/>
                    <a:pt x="229" y="122"/>
                    <a:pt x="229" y="2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5" name="Google Shape;365;p3"/>
            <p:cNvGrpSpPr/>
            <p:nvPr/>
          </p:nvGrpSpPr>
          <p:grpSpPr>
            <a:xfrm>
              <a:off x="-20638" y="1588"/>
              <a:ext cx="2955925" cy="2905125"/>
              <a:chOff x="-20638" y="1588"/>
              <a:chExt cx="2955925" cy="2905125"/>
            </a:xfrm>
          </p:grpSpPr>
          <p:sp>
            <p:nvSpPr>
              <p:cNvPr id="366" name="Google Shape;366;p3"/>
              <p:cNvSpPr/>
              <p:nvPr/>
            </p:nvSpPr>
            <p:spPr>
              <a:xfrm>
                <a:off x="-20638" y="1588"/>
                <a:ext cx="2955925" cy="2905125"/>
              </a:xfrm>
              <a:custGeom>
                <a:avLst/>
                <a:gdLst/>
                <a:ahLst/>
                <a:cxnLst/>
                <a:rect l="l" t="t" r="r" b="b"/>
                <a:pathLst>
                  <a:path w="785" h="772" extrusionOk="0">
                    <a:moveTo>
                      <a:pt x="227" y="21"/>
                    </a:moveTo>
                    <a:cubicBezTo>
                      <a:pt x="213" y="7"/>
                      <a:pt x="195" y="0"/>
                      <a:pt x="176" y="0"/>
                    </a:cubicBezTo>
                    <a:cubicBezTo>
                      <a:pt x="167" y="0"/>
                      <a:pt x="157" y="2"/>
                      <a:pt x="148" y="6"/>
                    </a:cubicBezTo>
                    <a:cubicBezTo>
                      <a:pt x="121" y="17"/>
                      <a:pt x="103" y="43"/>
                      <a:pt x="103" y="72"/>
                    </a:cubicBezTo>
                    <a:cubicBezTo>
                      <a:pt x="103" y="404"/>
                      <a:pt x="103" y="404"/>
                      <a:pt x="103" y="404"/>
                    </a:cubicBezTo>
                    <a:cubicBezTo>
                      <a:pt x="28" y="480"/>
                      <a:pt x="28" y="480"/>
                      <a:pt x="28" y="480"/>
                    </a:cubicBezTo>
                    <a:cubicBezTo>
                      <a:pt x="0" y="508"/>
                      <a:pt x="0" y="554"/>
                      <a:pt x="28" y="582"/>
                    </a:cubicBezTo>
                    <a:cubicBezTo>
                      <a:pt x="197" y="751"/>
                      <a:pt x="197" y="751"/>
                      <a:pt x="197" y="751"/>
                    </a:cubicBezTo>
                    <a:cubicBezTo>
                      <a:pt x="211" y="765"/>
                      <a:pt x="230" y="772"/>
                      <a:pt x="248" y="772"/>
                    </a:cubicBezTo>
                    <a:cubicBezTo>
                      <a:pt x="267" y="772"/>
                      <a:pt x="285" y="765"/>
                      <a:pt x="299" y="751"/>
                    </a:cubicBezTo>
                    <a:cubicBezTo>
                      <a:pt x="375" y="675"/>
                      <a:pt x="375" y="675"/>
                      <a:pt x="375" y="675"/>
                    </a:cubicBezTo>
                    <a:cubicBezTo>
                      <a:pt x="707" y="675"/>
                      <a:pt x="707" y="675"/>
                      <a:pt x="707" y="675"/>
                    </a:cubicBezTo>
                    <a:cubicBezTo>
                      <a:pt x="736" y="675"/>
                      <a:pt x="762" y="658"/>
                      <a:pt x="773" y="631"/>
                    </a:cubicBezTo>
                    <a:cubicBezTo>
                      <a:pt x="785" y="604"/>
                      <a:pt x="778" y="573"/>
                      <a:pt x="758" y="552"/>
                    </a:cubicBezTo>
                    <a:lnTo>
                      <a:pt x="227" y="21"/>
                    </a:lnTo>
                    <a:close/>
                    <a:moveTo>
                      <a:pt x="341" y="641"/>
                    </a:moveTo>
                    <a:cubicBezTo>
                      <a:pt x="265" y="717"/>
                      <a:pt x="265" y="717"/>
                      <a:pt x="265" y="717"/>
                    </a:cubicBezTo>
                    <a:cubicBezTo>
                      <a:pt x="259" y="723"/>
                      <a:pt x="252" y="724"/>
                      <a:pt x="248" y="724"/>
                    </a:cubicBezTo>
                    <a:cubicBezTo>
                      <a:pt x="245" y="724"/>
                      <a:pt x="237" y="723"/>
                      <a:pt x="231" y="717"/>
                    </a:cubicBezTo>
                    <a:cubicBezTo>
                      <a:pt x="62" y="548"/>
                      <a:pt x="62" y="548"/>
                      <a:pt x="62" y="548"/>
                    </a:cubicBezTo>
                    <a:cubicBezTo>
                      <a:pt x="56" y="542"/>
                      <a:pt x="55" y="534"/>
                      <a:pt x="55" y="531"/>
                    </a:cubicBezTo>
                    <a:cubicBezTo>
                      <a:pt x="55" y="527"/>
                      <a:pt x="56" y="520"/>
                      <a:pt x="62" y="514"/>
                    </a:cubicBezTo>
                    <a:cubicBezTo>
                      <a:pt x="138" y="438"/>
                      <a:pt x="138" y="438"/>
                      <a:pt x="138" y="438"/>
                    </a:cubicBezTo>
                    <a:cubicBezTo>
                      <a:pt x="138" y="438"/>
                      <a:pt x="138" y="438"/>
                      <a:pt x="138" y="438"/>
                    </a:cubicBezTo>
                    <a:cubicBezTo>
                      <a:pt x="341" y="641"/>
                      <a:pt x="341" y="641"/>
                      <a:pt x="341" y="641"/>
                    </a:cubicBezTo>
                    <a:cubicBezTo>
                      <a:pt x="341" y="641"/>
                      <a:pt x="341" y="641"/>
                      <a:pt x="341" y="641"/>
                    </a:cubicBezTo>
                    <a:close/>
                    <a:moveTo>
                      <a:pt x="375" y="627"/>
                    </a:moveTo>
                    <a:cubicBezTo>
                      <a:pt x="371" y="627"/>
                      <a:pt x="368" y="629"/>
                      <a:pt x="364" y="629"/>
                    </a:cubicBezTo>
                    <a:cubicBezTo>
                      <a:pt x="150" y="415"/>
                      <a:pt x="150" y="415"/>
                      <a:pt x="150" y="415"/>
                    </a:cubicBezTo>
                    <a:cubicBezTo>
                      <a:pt x="150" y="411"/>
                      <a:pt x="152" y="408"/>
                      <a:pt x="152" y="404"/>
                    </a:cubicBezTo>
                    <a:cubicBezTo>
                      <a:pt x="152" y="114"/>
                      <a:pt x="152" y="114"/>
                      <a:pt x="152" y="114"/>
                    </a:cubicBezTo>
                    <a:cubicBezTo>
                      <a:pt x="665" y="627"/>
                      <a:pt x="665" y="627"/>
                      <a:pt x="665" y="627"/>
                    </a:cubicBezTo>
                    <a:lnTo>
                      <a:pt x="375" y="627"/>
                    </a:lnTo>
                    <a:close/>
                    <a:moveTo>
                      <a:pt x="729" y="612"/>
                    </a:moveTo>
                    <a:cubicBezTo>
                      <a:pt x="725" y="621"/>
                      <a:pt x="716" y="627"/>
                      <a:pt x="707" y="627"/>
                    </a:cubicBezTo>
                    <a:cubicBezTo>
                      <a:pt x="699" y="627"/>
                      <a:pt x="699" y="627"/>
                      <a:pt x="699" y="627"/>
                    </a:cubicBezTo>
                    <a:cubicBezTo>
                      <a:pt x="152" y="80"/>
                      <a:pt x="152" y="80"/>
                      <a:pt x="152" y="80"/>
                    </a:cubicBezTo>
                    <a:cubicBezTo>
                      <a:pt x="152" y="72"/>
                      <a:pt x="152" y="72"/>
                      <a:pt x="152" y="72"/>
                    </a:cubicBezTo>
                    <a:cubicBezTo>
                      <a:pt x="152" y="63"/>
                      <a:pt x="158" y="54"/>
                      <a:pt x="167" y="50"/>
                    </a:cubicBezTo>
                    <a:cubicBezTo>
                      <a:pt x="170" y="49"/>
                      <a:pt x="173" y="48"/>
                      <a:pt x="176" y="48"/>
                    </a:cubicBezTo>
                    <a:cubicBezTo>
                      <a:pt x="182" y="48"/>
                      <a:pt x="188" y="51"/>
                      <a:pt x="193" y="55"/>
                    </a:cubicBezTo>
                    <a:cubicBezTo>
                      <a:pt x="724" y="586"/>
                      <a:pt x="724" y="586"/>
                      <a:pt x="724" y="586"/>
                    </a:cubicBezTo>
                    <a:cubicBezTo>
                      <a:pt x="731" y="593"/>
                      <a:pt x="733" y="603"/>
                      <a:pt x="729" y="61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3"/>
              <p:cNvSpPr/>
              <p:nvPr/>
            </p:nvSpPr>
            <p:spPr>
              <a:xfrm>
                <a:off x="1549400" y="1588"/>
                <a:ext cx="1362075" cy="1362075"/>
              </a:xfrm>
              <a:custGeom>
                <a:avLst/>
                <a:gdLst/>
                <a:ahLst/>
                <a:cxnLst/>
                <a:rect l="l" t="t" r="r" b="b"/>
                <a:pathLst>
                  <a:path w="362" h="362" extrusionOk="0">
                    <a:moveTo>
                      <a:pt x="24" y="48"/>
                    </a:moveTo>
                    <a:cubicBezTo>
                      <a:pt x="24" y="48"/>
                      <a:pt x="24" y="48"/>
                      <a:pt x="24" y="48"/>
                    </a:cubicBezTo>
                    <a:cubicBezTo>
                      <a:pt x="184" y="48"/>
                      <a:pt x="314" y="178"/>
                      <a:pt x="314" y="338"/>
                    </a:cubicBezTo>
                    <a:cubicBezTo>
                      <a:pt x="314" y="338"/>
                      <a:pt x="314" y="338"/>
                      <a:pt x="314" y="338"/>
                    </a:cubicBezTo>
                    <a:cubicBezTo>
                      <a:pt x="314" y="351"/>
                      <a:pt x="325" y="362"/>
                      <a:pt x="338" y="362"/>
                    </a:cubicBezTo>
                    <a:cubicBezTo>
                      <a:pt x="351" y="362"/>
                      <a:pt x="362" y="351"/>
                      <a:pt x="362" y="338"/>
                    </a:cubicBezTo>
                    <a:cubicBezTo>
                      <a:pt x="362" y="338"/>
                      <a:pt x="362" y="338"/>
                      <a:pt x="362" y="338"/>
                    </a:cubicBezTo>
                    <a:cubicBezTo>
                      <a:pt x="362" y="151"/>
                      <a:pt x="211" y="0"/>
                      <a:pt x="25" y="0"/>
                    </a:cubicBezTo>
                    <a:cubicBezTo>
                      <a:pt x="25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68" name="Google Shape;368;p3"/>
          <p:cNvCxnSpPr/>
          <p:nvPr/>
        </p:nvCxnSpPr>
        <p:spPr>
          <a:xfrm>
            <a:off x="6096000" y="3488801"/>
            <a:ext cx="0" cy="1249175"/>
          </a:xfrm>
          <a:prstGeom prst="straightConnector1">
            <a:avLst/>
          </a:prstGeom>
          <a:noFill/>
          <a:ln w="25400" cap="flat" cmpd="sng">
            <a:solidFill>
              <a:schemeClr val="bg2">
                <a:lumMod val="2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9" name="Google Shape;369;p3"/>
          <p:cNvSpPr/>
          <p:nvPr/>
        </p:nvSpPr>
        <p:spPr>
          <a:xfrm>
            <a:off x="6039439" y="4753556"/>
            <a:ext cx="113122" cy="113122"/>
          </a:xfrm>
          <a:prstGeom prst="ellipse">
            <a:avLst/>
          </a:prstGeom>
          <a:solidFill>
            <a:srgbClr val="C00000"/>
          </a:solidFill>
          <a:ln w="508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p3"/>
          <p:cNvCxnSpPr/>
          <p:nvPr/>
        </p:nvCxnSpPr>
        <p:spPr>
          <a:xfrm>
            <a:off x="6152561" y="4828971"/>
            <a:ext cx="524759" cy="0"/>
          </a:xfrm>
          <a:prstGeom prst="straightConnector1">
            <a:avLst/>
          </a:prstGeom>
          <a:noFill/>
          <a:ln w="25400" cap="flat" cmpd="sng">
            <a:solidFill>
              <a:schemeClr val="bg2">
                <a:lumMod val="2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1" name="Google Shape;371;p3"/>
          <p:cNvSpPr/>
          <p:nvPr/>
        </p:nvSpPr>
        <p:spPr>
          <a:xfrm>
            <a:off x="6677320" y="4301789"/>
            <a:ext cx="1054364" cy="10543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p3"/>
          <p:cNvCxnSpPr/>
          <p:nvPr/>
        </p:nvCxnSpPr>
        <p:spPr>
          <a:xfrm>
            <a:off x="6096000" y="4866678"/>
            <a:ext cx="0" cy="1991322"/>
          </a:xfrm>
          <a:prstGeom prst="straightConnector1">
            <a:avLst/>
          </a:prstGeom>
          <a:noFill/>
          <a:ln w="25400" cap="flat" cmpd="sng">
            <a:solidFill>
              <a:schemeClr val="bg2">
                <a:lumMod val="2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3" name="Google Shape;373;p3"/>
          <p:cNvSpPr txBox="1"/>
          <p:nvPr/>
        </p:nvSpPr>
        <p:spPr>
          <a:xfrm>
            <a:off x="7917011" y="4301789"/>
            <a:ext cx="38295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b="1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Fonctionnement &amp; Mise en place</a:t>
            </a:r>
            <a:endParaRPr sz="1800" b="1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"/>
          <p:cNvSpPr txBox="1"/>
          <p:nvPr/>
        </p:nvSpPr>
        <p:spPr>
          <a:xfrm>
            <a:off x="7917011" y="4718964"/>
            <a:ext cx="4050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4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Cycle de requête, MVC, Installation, Configuration &amp; Lancement.</a:t>
            </a:r>
          </a:p>
        </p:txBody>
      </p:sp>
      <p:grpSp>
        <p:nvGrpSpPr>
          <p:cNvPr id="375" name="Google Shape;375;p3"/>
          <p:cNvGrpSpPr/>
          <p:nvPr/>
        </p:nvGrpSpPr>
        <p:grpSpPr>
          <a:xfrm>
            <a:off x="6959727" y="4643878"/>
            <a:ext cx="484703" cy="370186"/>
            <a:chOff x="-84138" y="4763"/>
            <a:chExt cx="7424738" cy="5670550"/>
          </a:xfrm>
        </p:grpSpPr>
        <p:sp>
          <p:nvSpPr>
            <p:cNvPr id="376" name="Google Shape;376;p3"/>
            <p:cNvSpPr/>
            <p:nvPr/>
          </p:nvSpPr>
          <p:spPr>
            <a:xfrm>
              <a:off x="828675" y="866776"/>
              <a:ext cx="4694238" cy="3678238"/>
            </a:xfrm>
            <a:custGeom>
              <a:avLst/>
              <a:gdLst/>
              <a:ahLst/>
              <a:cxnLst/>
              <a:rect l="l" t="t" r="r" b="b"/>
              <a:pathLst>
                <a:path w="1250" h="979" extrusionOk="0">
                  <a:moveTo>
                    <a:pt x="1118" y="50"/>
                  </a:moveTo>
                  <a:cubicBezTo>
                    <a:pt x="954" y="17"/>
                    <a:pt x="789" y="0"/>
                    <a:pt x="625" y="0"/>
                  </a:cubicBezTo>
                  <a:cubicBezTo>
                    <a:pt x="461" y="0"/>
                    <a:pt x="295" y="17"/>
                    <a:pt x="132" y="50"/>
                  </a:cubicBezTo>
                  <a:cubicBezTo>
                    <a:pt x="111" y="55"/>
                    <a:pt x="94" y="70"/>
                    <a:pt x="87" y="90"/>
                  </a:cubicBezTo>
                  <a:cubicBezTo>
                    <a:pt x="0" y="355"/>
                    <a:pt x="0" y="623"/>
                    <a:pt x="87" y="888"/>
                  </a:cubicBezTo>
                  <a:cubicBezTo>
                    <a:pt x="94" y="908"/>
                    <a:pt x="111" y="924"/>
                    <a:pt x="132" y="928"/>
                  </a:cubicBezTo>
                  <a:cubicBezTo>
                    <a:pt x="295" y="961"/>
                    <a:pt x="461" y="979"/>
                    <a:pt x="625" y="979"/>
                  </a:cubicBezTo>
                  <a:cubicBezTo>
                    <a:pt x="789" y="979"/>
                    <a:pt x="954" y="961"/>
                    <a:pt x="1118" y="928"/>
                  </a:cubicBezTo>
                  <a:cubicBezTo>
                    <a:pt x="1139" y="924"/>
                    <a:pt x="1156" y="908"/>
                    <a:pt x="1163" y="888"/>
                  </a:cubicBezTo>
                  <a:cubicBezTo>
                    <a:pt x="1250" y="623"/>
                    <a:pt x="1250" y="355"/>
                    <a:pt x="1163" y="90"/>
                  </a:cubicBezTo>
                  <a:cubicBezTo>
                    <a:pt x="1156" y="70"/>
                    <a:pt x="1139" y="55"/>
                    <a:pt x="1118" y="50"/>
                  </a:cubicBezTo>
                  <a:close/>
                  <a:moveTo>
                    <a:pt x="1106" y="869"/>
                  </a:moveTo>
                  <a:cubicBezTo>
                    <a:pt x="785" y="935"/>
                    <a:pt x="465" y="935"/>
                    <a:pt x="144" y="869"/>
                  </a:cubicBezTo>
                  <a:cubicBezTo>
                    <a:pt x="61" y="616"/>
                    <a:pt x="61" y="363"/>
                    <a:pt x="144" y="109"/>
                  </a:cubicBezTo>
                  <a:cubicBezTo>
                    <a:pt x="465" y="43"/>
                    <a:pt x="785" y="43"/>
                    <a:pt x="1106" y="109"/>
                  </a:cubicBezTo>
                  <a:cubicBezTo>
                    <a:pt x="1189" y="363"/>
                    <a:pt x="1189" y="616"/>
                    <a:pt x="1106" y="8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-84138" y="4763"/>
              <a:ext cx="7424738" cy="5670550"/>
            </a:xfrm>
            <a:custGeom>
              <a:avLst/>
              <a:gdLst/>
              <a:ahLst/>
              <a:cxnLst/>
              <a:rect l="l" t="t" r="r" b="b"/>
              <a:pathLst>
                <a:path w="1977" h="1509" extrusionOk="0">
                  <a:moveTo>
                    <a:pt x="1885" y="140"/>
                  </a:moveTo>
                  <a:cubicBezTo>
                    <a:pt x="1873" y="91"/>
                    <a:pt x="1832" y="54"/>
                    <a:pt x="1782" y="48"/>
                  </a:cubicBezTo>
                  <a:cubicBezTo>
                    <a:pt x="1519" y="16"/>
                    <a:pt x="1252" y="0"/>
                    <a:pt x="989" y="0"/>
                  </a:cubicBezTo>
                  <a:cubicBezTo>
                    <a:pt x="725" y="0"/>
                    <a:pt x="458" y="16"/>
                    <a:pt x="195" y="48"/>
                  </a:cubicBezTo>
                  <a:cubicBezTo>
                    <a:pt x="145" y="54"/>
                    <a:pt x="104" y="91"/>
                    <a:pt x="92" y="140"/>
                  </a:cubicBezTo>
                  <a:cubicBezTo>
                    <a:pt x="0" y="528"/>
                    <a:pt x="0" y="921"/>
                    <a:pt x="92" y="1309"/>
                  </a:cubicBezTo>
                  <a:cubicBezTo>
                    <a:pt x="104" y="1358"/>
                    <a:pt x="145" y="1395"/>
                    <a:pt x="195" y="1401"/>
                  </a:cubicBezTo>
                  <a:cubicBezTo>
                    <a:pt x="322" y="1416"/>
                    <a:pt x="450" y="1428"/>
                    <a:pt x="577" y="1436"/>
                  </a:cubicBezTo>
                  <a:cubicBezTo>
                    <a:pt x="570" y="1440"/>
                    <a:pt x="566" y="1444"/>
                    <a:pt x="566" y="1449"/>
                  </a:cubicBezTo>
                  <a:cubicBezTo>
                    <a:pt x="566" y="1482"/>
                    <a:pt x="755" y="1509"/>
                    <a:pt x="989" y="1509"/>
                  </a:cubicBezTo>
                  <a:cubicBezTo>
                    <a:pt x="1222" y="1509"/>
                    <a:pt x="1411" y="1482"/>
                    <a:pt x="1411" y="1449"/>
                  </a:cubicBezTo>
                  <a:cubicBezTo>
                    <a:pt x="1411" y="1444"/>
                    <a:pt x="1407" y="1440"/>
                    <a:pt x="1400" y="1436"/>
                  </a:cubicBezTo>
                  <a:cubicBezTo>
                    <a:pt x="1528" y="1428"/>
                    <a:pt x="1655" y="1416"/>
                    <a:pt x="1782" y="1401"/>
                  </a:cubicBezTo>
                  <a:cubicBezTo>
                    <a:pt x="1832" y="1395"/>
                    <a:pt x="1873" y="1358"/>
                    <a:pt x="1885" y="1309"/>
                  </a:cubicBezTo>
                  <a:cubicBezTo>
                    <a:pt x="1977" y="921"/>
                    <a:pt x="1977" y="528"/>
                    <a:pt x="1885" y="140"/>
                  </a:cubicBezTo>
                  <a:close/>
                  <a:moveTo>
                    <a:pt x="1768" y="1281"/>
                  </a:moveTo>
                  <a:cubicBezTo>
                    <a:pt x="1248" y="1344"/>
                    <a:pt x="729" y="1344"/>
                    <a:pt x="210" y="1281"/>
                  </a:cubicBezTo>
                  <a:cubicBezTo>
                    <a:pt x="121" y="910"/>
                    <a:pt x="121" y="539"/>
                    <a:pt x="210" y="168"/>
                  </a:cubicBezTo>
                  <a:cubicBezTo>
                    <a:pt x="729" y="105"/>
                    <a:pt x="1248" y="105"/>
                    <a:pt x="1768" y="168"/>
                  </a:cubicBezTo>
                  <a:cubicBezTo>
                    <a:pt x="1856" y="539"/>
                    <a:pt x="1856" y="910"/>
                    <a:pt x="1768" y="128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5668963" y="1139826"/>
              <a:ext cx="679450" cy="681038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91" y="181"/>
                  </a:moveTo>
                  <a:cubicBezTo>
                    <a:pt x="141" y="181"/>
                    <a:pt x="181" y="140"/>
                    <a:pt x="181" y="90"/>
                  </a:cubicBezTo>
                  <a:cubicBezTo>
                    <a:pt x="181" y="40"/>
                    <a:pt x="141" y="0"/>
                    <a:pt x="91" y="0"/>
                  </a:cubicBezTo>
                  <a:cubicBezTo>
                    <a:pt x="41" y="0"/>
                    <a:pt x="0" y="40"/>
                    <a:pt x="0" y="90"/>
                  </a:cubicBezTo>
                  <a:cubicBezTo>
                    <a:pt x="0" y="140"/>
                    <a:pt x="41" y="181"/>
                    <a:pt x="91" y="181"/>
                  </a:cubicBezTo>
                  <a:close/>
                  <a:moveTo>
                    <a:pt x="91" y="60"/>
                  </a:moveTo>
                  <a:cubicBezTo>
                    <a:pt x="107" y="60"/>
                    <a:pt x="121" y="74"/>
                    <a:pt x="121" y="90"/>
                  </a:cubicBezTo>
                  <a:cubicBezTo>
                    <a:pt x="121" y="107"/>
                    <a:pt x="107" y="121"/>
                    <a:pt x="91" y="121"/>
                  </a:cubicBezTo>
                  <a:cubicBezTo>
                    <a:pt x="74" y="121"/>
                    <a:pt x="60" y="107"/>
                    <a:pt x="60" y="90"/>
                  </a:cubicBezTo>
                  <a:cubicBezTo>
                    <a:pt x="60" y="74"/>
                    <a:pt x="74" y="60"/>
                    <a:pt x="91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5443538" y="4089401"/>
              <a:ext cx="904875" cy="225425"/>
            </a:xfrm>
            <a:custGeom>
              <a:avLst/>
              <a:gdLst/>
              <a:ahLst/>
              <a:cxnLst/>
              <a:rect l="l" t="t" r="r" b="b"/>
              <a:pathLst>
                <a:path w="241" h="60" extrusionOk="0">
                  <a:moveTo>
                    <a:pt x="211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3" y="0"/>
                    <a:pt x="0" y="13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211" y="60"/>
                    <a:pt x="211" y="60"/>
                    <a:pt x="211" y="60"/>
                  </a:cubicBezTo>
                  <a:cubicBezTo>
                    <a:pt x="228" y="60"/>
                    <a:pt x="241" y="47"/>
                    <a:pt x="241" y="30"/>
                  </a:cubicBezTo>
                  <a:cubicBezTo>
                    <a:pt x="241" y="13"/>
                    <a:pt x="228" y="0"/>
                    <a:pt x="2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5668963" y="3409951"/>
              <a:ext cx="908050" cy="225425"/>
            </a:xfrm>
            <a:custGeom>
              <a:avLst/>
              <a:gdLst/>
              <a:ahLst/>
              <a:cxnLst/>
              <a:rect l="l" t="t" r="r" b="b"/>
              <a:pathLst>
                <a:path w="242" h="60" extrusionOk="0">
                  <a:moveTo>
                    <a:pt x="211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4" y="0"/>
                    <a:pt x="0" y="13"/>
                    <a:pt x="0" y="30"/>
                  </a:cubicBezTo>
                  <a:cubicBezTo>
                    <a:pt x="0" y="47"/>
                    <a:pt x="14" y="60"/>
                    <a:pt x="30" y="60"/>
                  </a:cubicBezTo>
                  <a:cubicBezTo>
                    <a:pt x="211" y="60"/>
                    <a:pt x="211" y="60"/>
                    <a:pt x="211" y="60"/>
                  </a:cubicBezTo>
                  <a:cubicBezTo>
                    <a:pt x="228" y="60"/>
                    <a:pt x="242" y="47"/>
                    <a:pt x="242" y="30"/>
                  </a:cubicBezTo>
                  <a:cubicBezTo>
                    <a:pt x="242" y="13"/>
                    <a:pt x="228" y="0"/>
                    <a:pt x="2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5668963" y="2730501"/>
              <a:ext cx="908050" cy="225425"/>
            </a:xfrm>
            <a:custGeom>
              <a:avLst/>
              <a:gdLst/>
              <a:ahLst/>
              <a:cxnLst/>
              <a:rect l="l" t="t" r="r" b="b"/>
              <a:pathLst>
                <a:path w="242" h="60" extrusionOk="0">
                  <a:moveTo>
                    <a:pt x="211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4" y="0"/>
                    <a:pt x="0" y="13"/>
                    <a:pt x="0" y="30"/>
                  </a:cubicBezTo>
                  <a:cubicBezTo>
                    <a:pt x="0" y="46"/>
                    <a:pt x="14" y="60"/>
                    <a:pt x="30" y="60"/>
                  </a:cubicBezTo>
                  <a:cubicBezTo>
                    <a:pt x="211" y="60"/>
                    <a:pt x="211" y="60"/>
                    <a:pt x="211" y="60"/>
                  </a:cubicBezTo>
                  <a:cubicBezTo>
                    <a:pt x="228" y="60"/>
                    <a:pt x="242" y="46"/>
                    <a:pt x="242" y="30"/>
                  </a:cubicBezTo>
                  <a:cubicBezTo>
                    <a:pt x="242" y="13"/>
                    <a:pt x="228" y="0"/>
                    <a:pt x="2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1819275" y="1774826"/>
              <a:ext cx="1355725" cy="955675"/>
            </a:xfrm>
            <a:custGeom>
              <a:avLst/>
              <a:gdLst/>
              <a:ahLst/>
              <a:cxnLst/>
              <a:rect l="l" t="t" r="r" b="b"/>
              <a:pathLst>
                <a:path w="361" h="254" extrusionOk="0">
                  <a:moveTo>
                    <a:pt x="331" y="0"/>
                  </a:moveTo>
                  <a:cubicBezTo>
                    <a:pt x="54" y="22"/>
                    <a:pt x="54" y="22"/>
                    <a:pt x="54" y="22"/>
                  </a:cubicBezTo>
                  <a:cubicBezTo>
                    <a:pt x="37" y="24"/>
                    <a:pt x="22" y="39"/>
                    <a:pt x="19" y="5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40"/>
                    <a:pt x="12" y="254"/>
                    <a:pt x="29" y="254"/>
                  </a:cubicBezTo>
                  <a:cubicBezTo>
                    <a:pt x="46" y="254"/>
                    <a:pt x="60" y="240"/>
                    <a:pt x="60" y="223"/>
                  </a:cubicBezTo>
                  <a:cubicBezTo>
                    <a:pt x="70" y="109"/>
                    <a:pt x="70" y="109"/>
                    <a:pt x="70" y="109"/>
                  </a:cubicBezTo>
                  <a:cubicBezTo>
                    <a:pt x="73" y="92"/>
                    <a:pt x="88" y="78"/>
                    <a:pt x="104" y="76"/>
                  </a:cubicBezTo>
                  <a:cubicBezTo>
                    <a:pt x="331" y="60"/>
                    <a:pt x="331" y="60"/>
                    <a:pt x="331" y="60"/>
                  </a:cubicBezTo>
                  <a:cubicBezTo>
                    <a:pt x="347" y="60"/>
                    <a:pt x="361" y="46"/>
                    <a:pt x="361" y="29"/>
                  </a:cubicBezTo>
                  <a:cubicBezTo>
                    <a:pt x="361" y="13"/>
                    <a:pt x="347" y="0"/>
                    <a:pt x="3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83" name="Google Shape;383;p3"/>
          <p:cNvCxnSpPr/>
          <p:nvPr/>
        </p:nvCxnSpPr>
        <p:spPr>
          <a:xfrm flipH="1">
            <a:off x="6059839" y="0"/>
            <a:ext cx="1" cy="1019908"/>
          </a:xfrm>
          <a:prstGeom prst="straightConnector1">
            <a:avLst/>
          </a:prstGeom>
          <a:noFill/>
          <a:ln w="25400" cap="flat" cmpd="sng">
            <a:solidFill>
              <a:schemeClr val="bg2">
                <a:lumMod val="25000"/>
              </a:schemeClr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384" name="Google Shape;384;p3"/>
          <p:cNvSpPr/>
          <p:nvPr/>
        </p:nvSpPr>
        <p:spPr>
          <a:xfrm>
            <a:off x="4448467" y="3882658"/>
            <a:ext cx="1054364" cy="8687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"/>
          <p:cNvSpPr/>
          <p:nvPr/>
        </p:nvSpPr>
        <p:spPr>
          <a:xfrm>
            <a:off x="6674896" y="5269283"/>
            <a:ext cx="1054364" cy="8687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384;p3">
            <a:extLst>
              <a:ext uri="{FF2B5EF4-FFF2-40B4-BE49-F238E27FC236}">
                <a16:creationId xmlns:a16="http://schemas.microsoft.com/office/drawing/2014/main" id="{A3BABB00-60F5-EAD2-2E1A-1DD7D5B5B1D7}"/>
              </a:ext>
            </a:extLst>
          </p:cNvPr>
          <p:cNvSpPr/>
          <p:nvPr/>
        </p:nvSpPr>
        <p:spPr>
          <a:xfrm>
            <a:off x="11271034" y="762562"/>
            <a:ext cx="384048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3174928-870D-D55D-F7DA-4BD551E10E13}"/>
              </a:ext>
            </a:extLst>
          </p:cNvPr>
          <p:cNvGrpSpPr/>
          <p:nvPr/>
        </p:nvGrpSpPr>
        <p:grpSpPr>
          <a:xfrm>
            <a:off x="11271034" y="392230"/>
            <a:ext cx="384048" cy="384048"/>
            <a:chOff x="11271035" y="396239"/>
            <a:chExt cx="384048" cy="384048"/>
          </a:xfrm>
        </p:grpSpPr>
        <p:sp>
          <p:nvSpPr>
            <p:cNvPr id="2" name="Google Shape;362;p3">
              <a:extLst>
                <a:ext uri="{FF2B5EF4-FFF2-40B4-BE49-F238E27FC236}">
                  <a16:creationId xmlns:a16="http://schemas.microsoft.com/office/drawing/2014/main" id="{6D4E9A09-ECA9-32FB-E577-AC9B77E2047D}"/>
                </a:ext>
              </a:extLst>
            </p:cNvPr>
            <p:cNvSpPr/>
            <p:nvPr/>
          </p:nvSpPr>
          <p:spPr>
            <a:xfrm>
              <a:off x="11271035" y="396239"/>
              <a:ext cx="384048" cy="38404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5A5CB4D-A3AB-063F-65D0-F8B5776B3718}"/>
                </a:ext>
              </a:extLst>
            </p:cNvPr>
            <p:cNvSpPr txBox="1"/>
            <p:nvPr/>
          </p:nvSpPr>
          <p:spPr>
            <a:xfrm>
              <a:off x="11319802" y="434374"/>
              <a:ext cx="2865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</p:grp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0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0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"/>
          <p:cNvSpPr/>
          <p:nvPr/>
        </p:nvSpPr>
        <p:spPr>
          <a:xfrm>
            <a:off x="5958053" y="5306298"/>
            <a:ext cx="263951" cy="155809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4"/>
          <p:cNvCxnSpPr/>
          <p:nvPr/>
        </p:nvCxnSpPr>
        <p:spPr>
          <a:xfrm>
            <a:off x="6096000" y="0"/>
            <a:ext cx="0" cy="1249175"/>
          </a:xfrm>
          <a:prstGeom prst="straightConnector1">
            <a:avLst/>
          </a:prstGeom>
          <a:noFill/>
          <a:ln w="254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2" name="Google Shape;392;p4"/>
          <p:cNvSpPr/>
          <p:nvPr/>
        </p:nvSpPr>
        <p:spPr>
          <a:xfrm>
            <a:off x="6039439" y="1264755"/>
            <a:ext cx="113122" cy="113122"/>
          </a:xfrm>
          <a:prstGeom prst="ellipse">
            <a:avLst/>
          </a:prstGeom>
          <a:solidFill>
            <a:schemeClr val="accent5"/>
          </a:solidFill>
          <a:ln w="508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4"/>
          <p:cNvCxnSpPr/>
          <p:nvPr/>
        </p:nvCxnSpPr>
        <p:spPr>
          <a:xfrm>
            <a:off x="5514680" y="1340170"/>
            <a:ext cx="524759" cy="0"/>
          </a:xfrm>
          <a:prstGeom prst="straightConnector1">
            <a:avLst/>
          </a:prstGeom>
          <a:noFill/>
          <a:ln w="254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95" name="Google Shape;395;p4"/>
          <p:cNvCxnSpPr/>
          <p:nvPr/>
        </p:nvCxnSpPr>
        <p:spPr>
          <a:xfrm>
            <a:off x="6096000" y="1386625"/>
            <a:ext cx="0" cy="1249175"/>
          </a:xfrm>
          <a:prstGeom prst="straightConnector1">
            <a:avLst/>
          </a:prstGeom>
          <a:noFill/>
          <a:ln w="254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6" name="Google Shape;396;p4"/>
          <p:cNvSpPr/>
          <p:nvPr/>
        </p:nvSpPr>
        <p:spPr>
          <a:xfrm>
            <a:off x="6039439" y="2651380"/>
            <a:ext cx="113122" cy="113122"/>
          </a:xfrm>
          <a:prstGeom prst="ellipse">
            <a:avLst/>
          </a:prstGeom>
          <a:solidFill>
            <a:schemeClr val="accent6"/>
          </a:solidFill>
          <a:ln w="508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7" name="Google Shape;397;p4"/>
          <p:cNvCxnSpPr/>
          <p:nvPr/>
        </p:nvCxnSpPr>
        <p:spPr>
          <a:xfrm>
            <a:off x="6152561" y="2726795"/>
            <a:ext cx="524759" cy="0"/>
          </a:xfrm>
          <a:prstGeom prst="straightConnector1">
            <a:avLst/>
          </a:prstGeom>
          <a:noFill/>
          <a:ln w="254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8" name="Google Shape;398;p4"/>
          <p:cNvSpPr/>
          <p:nvPr/>
        </p:nvSpPr>
        <p:spPr>
          <a:xfrm>
            <a:off x="6677320" y="2199613"/>
            <a:ext cx="1054364" cy="10543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"/>
          <p:cNvSpPr txBox="1"/>
          <p:nvPr/>
        </p:nvSpPr>
        <p:spPr>
          <a:xfrm>
            <a:off x="7917011" y="2360952"/>
            <a:ext cx="376164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b="1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b="1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éveloppement</a:t>
            </a:r>
            <a:r>
              <a:rPr lang="en-US" b="1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avec Laravel</a:t>
            </a:r>
            <a:endParaRPr sz="2000" b="1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"/>
          <p:cNvSpPr txBox="1"/>
          <p:nvPr/>
        </p:nvSpPr>
        <p:spPr>
          <a:xfrm>
            <a:off x="7917011" y="2753240"/>
            <a:ext cx="338961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400" dirty="0" err="1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r>
              <a:rPr lang="fr-FR" sz="14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, contrôleur, Eloquent, formulaires, sécurité</a:t>
            </a:r>
            <a:endParaRPr sz="1400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p4"/>
          <p:cNvCxnSpPr/>
          <p:nvPr/>
        </p:nvCxnSpPr>
        <p:spPr>
          <a:xfrm>
            <a:off x="6096000" y="2761021"/>
            <a:ext cx="0" cy="1249175"/>
          </a:xfrm>
          <a:prstGeom prst="straightConnector1">
            <a:avLst/>
          </a:prstGeom>
          <a:noFill/>
          <a:ln w="254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2" name="Google Shape;402;p4"/>
          <p:cNvSpPr/>
          <p:nvPr/>
        </p:nvSpPr>
        <p:spPr>
          <a:xfrm>
            <a:off x="7008829" y="2515265"/>
            <a:ext cx="386499" cy="385351"/>
          </a:xfrm>
          <a:custGeom>
            <a:avLst/>
            <a:gdLst/>
            <a:ahLst/>
            <a:cxnLst/>
            <a:rect l="l" t="t" r="r" b="b"/>
            <a:pathLst>
              <a:path w="852" h="850" extrusionOk="0">
                <a:moveTo>
                  <a:pt x="839" y="4"/>
                </a:moveTo>
                <a:cubicBezTo>
                  <a:pt x="834" y="2"/>
                  <a:pt x="829" y="0"/>
                  <a:pt x="824" y="0"/>
                </a:cubicBezTo>
                <a:cubicBezTo>
                  <a:pt x="819" y="0"/>
                  <a:pt x="814" y="2"/>
                  <a:pt x="810" y="5"/>
                </a:cubicBezTo>
                <a:cubicBezTo>
                  <a:pt x="13" y="536"/>
                  <a:pt x="13" y="536"/>
                  <a:pt x="13" y="536"/>
                </a:cubicBezTo>
                <a:cubicBezTo>
                  <a:pt x="5" y="541"/>
                  <a:pt x="0" y="551"/>
                  <a:pt x="1" y="561"/>
                </a:cubicBezTo>
                <a:cubicBezTo>
                  <a:pt x="2" y="570"/>
                  <a:pt x="9" y="579"/>
                  <a:pt x="18" y="583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323" y="837"/>
                  <a:pt x="323" y="837"/>
                  <a:pt x="323" y="837"/>
                </a:cubicBezTo>
                <a:cubicBezTo>
                  <a:pt x="328" y="845"/>
                  <a:pt x="337" y="850"/>
                  <a:pt x="346" y="850"/>
                </a:cubicBezTo>
                <a:cubicBezTo>
                  <a:pt x="346" y="850"/>
                  <a:pt x="346" y="850"/>
                  <a:pt x="346" y="850"/>
                </a:cubicBezTo>
                <a:cubicBezTo>
                  <a:pt x="356" y="850"/>
                  <a:pt x="364" y="845"/>
                  <a:pt x="369" y="837"/>
                </a:cubicBezTo>
                <a:cubicBezTo>
                  <a:pt x="424" y="745"/>
                  <a:pt x="424" y="745"/>
                  <a:pt x="424" y="745"/>
                </a:cubicBezTo>
                <a:cubicBezTo>
                  <a:pt x="682" y="848"/>
                  <a:pt x="682" y="848"/>
                  <a:pt x="682" y="848"/>
                </a:cubicBezTo>
                <a:cubicBezTo>
                  <a:pt x="685" y="849"/>
                  <a:pt x="688" y="850"/>
                  <a:pt x="691" y="850"/>
                </a:cubicBezTo>
                <a:cubicBezTo>
                  <a:pt x="696" y="850"/>
                  <a:pt x="700" y="849"/>
                  <a:pt x="705" y="847"/>
                </a:cubicBezTo>
                <a:cubicBezTo>
                  <a:pt x="712" y="843"/>
                  <a:pt x="716" y="836"/>
                  <a:pt x="718" y="828"/>
                </a:cubicBezTo>
                <a:cubicBezTo>
                  <a:pt x="850" y="31"/>
                  <a:pt x="850" y="31"/>
                  <a:pt x="850" y="31"/>
                </a:cubicBezTo>
                <a:cubicBezTo>
                  <a:pt x="852" y="21"/>
                  <a:pt x="848" y="10"/>
                  <a:pt x="839" y="4"/>
                </a:cubicBezTo>
                <a:close/>
                <a:moveTo>
                  <a:pt x="84" y="552"/>
                </a:moveTo>
                <a:cubicBezTo>
                  <a:pt x="700" y="142"/>
                  <a:pt x="700" y="142"/>
                  <a:pt x="700" y="142"/>
                </a:cubicBezTo>
                <a:cubicBezTo>
                  <a:pt x="252" y="621"/>
                  <a:pt x="252" y="621"/>
                  <a:pt x="252" y="621"/>
                </a:cubicBezTo>
                <a:cubicBezTo>
                  <a:pt x="250" y="619"/>
                  <a:pt x="248" y="617"/>
                  <a:pt x="245" y="616"/>
                </a:cubicBezTo>
                <a:lnTo>
                  <a:pt x="84" y="552"/>
                </a:lnTo>
                <a:close/>
                <a:moveTo>
                  <a:pt x="272" y="639"/>
                </a:moveTo>
                <a:cubicBezTo>
                  <a:pt x="272" y="639"/>
                  <a:pt x="271" y="639"/>
                  <a:pt x="271" y="639"/>
                </a:cubicBezTo>
                <a:cubicBezTo>
                  <a:pt x="774" y="101"/>
                  <a:pt x="774" y="101"/>
                  <a:pt x="774" y="101"/>
                </a:cubicBezTo>
                <a:cubicBezTo>
                  <a:pt x="346" y="769"/>
                  <a:pt x="346" y="769"/>
                  <a:pt x="346" y="769"/>
                </a:cubicBezTo>
                <a:lnTo>
                  <a:pt x="272" y="639"/>
                </a:lnTo>
                <a:close/>
                <a:moveTo>
                  <a:pt x="671" y="787"/>
                </a:moveTo>
                <a:cubicBezTo>
                  <a:pt x="444" y="696"/>
                  <a:pt x="444" y="696"/>
                  <a:pt x="444" y="696"/>
                </a:cubicBezTo>
                <a:cubicBezTo>
                  <a:pt x="438" y="694"/>
                  <a:pt x="433" y="693"/>
                  <a:pt x="427" y="693"/>
                </a:cubicBezTo>
                <a:cubicBezTo>
                  <a:pt x="777" y="151"/>
                  <a:pt x="777" y="151"/>
                  <a:pt x="777" y="151"/>
                </a:cubicBezTo>
                <a:lnTo>
                  <a:pt x="671" y="78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A57F69F-1526-50EE-3453-D43327985991}"/>
              </a:ext>
            </a:extLst>
          </p:cNvPr>
          <p:cNvGrpSpPr/>
          <p:nvPr/>
        </p:nvGrpSpPr>
        <p:grpSpPr>
          <a:xfrm>
            <a:off x="4467640" y="795536"/>
            <a:ext cx="1051560" cy="1051560"/>
            <a:chOff x="3806431" y="2236484"/>
            <a:chExt cx="1051560" cy="1051560"/>
          </a:xfrm>
        </p:grpSpPr>
        <p:sp>
          <p:nvSpPr>
            <p:cNvPr id="394" name="Google Shape;394;p4"/>
            <p:cNvSpPr/>
            <p:nvPr/>
          </p:nvSpPr>
          <p:spPr>
            <a:xfrm>
              <a:off x="3806431" y="2236484"/>
              <a:ext cx="1051560" cy="105156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4"/>
            <p:cNvSpPr/>
            <p:nvPr/>
          </p:nvSpPr>
          <p:spPr>
            <a:xfrm>
              <a:off x="3984669" y="2486231"/>
              <a:ext cx="695084" cy="549579"/>
            </a:xfrm>
            <a:custGeom>
              <a:avLst/>
              <a:gdLst/>
              <a:ahLst/>
              <a:cxnLst/>
              <a:rect l="l" t="t" r="r" b="b"/>
              <a:pathLst>
                <a:path w="2472" h="1891" extrusionOk="0">
                  <a:moveTo>
                    <a:pt x="2181" y="0"/>
                  </a:moveTo>
                  <a:cubicBezTo>
                    <a:pt x="2021" y="0"/>
                    <a:pt x="1891" y="130"/>
                    <a:pt x="1891" y="291"/>
                  </a:cubicBezTo>
                  <a:cubicBezTo>
                    <a:pt x="1891" y="378"/>
                    <a:pt x="1931" y="456"/>
                    <a:pt x="1992" y="509"/>
                  </a:cubicBezTo>
                  <a:cubicBezTo>
                    <a:pt x="1638" y="1040"/>
                    <a:pt x="1638" y="1040"/>
                    <a:pt x="1638" y="1040"/>
                  </a:cubicBezTo>
                  <a:cubicBezTo>
                    <a:pt x="1603" y="1026"/>
                    <a:pt x="1566" y="1018"/>
                    <a:pt x="1527" y="1018"/>
                  </a:cubicBezTo>
                  <a:cubicBezTo>
                    <a:pt x="1416" y="1018"/>
                    <a:pt x="1321" y="1081"/>
                    <a:pt x="1271" y="1172"/>
                  </a:cubicBezTo>
                  <a:cubicBezTo>
                    <a:pt x="1070" y="1051"/>
                    <a:pt x="1070" y="1051"/>
                    <a:pt x="1070" y="1051"/>
                  </a:cubicBezTo>
                  <a:cubicBezTo>
                    <a:pt x="1082" y="1018"/>
                    <a:pt x="1090" y="983"/>
                    <a:pt x="1090" y="946"/>
                  </a:cubicBezTo>
                  <a:cubicBezTo>
                    <a:pt x="1090" y="786"/>
                    <a:pt x="959" y="656"/>
                    <a:pt x="799" y="656"/>
                  </a:cubicBezTo>
                  <a:cubicBezTo>
                    <a:pt x="638" y="656"/>
                    <a:pt x="508" y="786"/>
                    <a:pt x="508" y="946"/>
                  </a:cubicBezTo>
                  <a:cubicBezTo>
                    <a:pt x="508" y="1033"/>
                    <a:pt x="547" y="1110"/>
                    <a:pt x="608" y="1163"/>
                  </a:cubicBezTo>
                  <a:cubicBezTo>
                    <a:pt x="457" y="1364"/>
                    <a:pt x="457" y="1364"/>
                    <a:pt x="457" y="1364"/>
                  </a:cubicBezTo>
                  <a:cubicBezTo>
                    <a:pt x="410" y="1330"/>
                    <a:pt x="352" y="1309"/>
                    <a:pt x="290" y="1309"/>
                  </a:cubicBezTo>
                  <a:cubicBezTo>
                    <a:pt x="130" y="1309"/>
                    <a:pt x="0" y="1440"/>
                    <a:pt x="0" y="1600"/>
                  </a:cubicBezTo>
                  <a:cubicBezTo>
                    <a:pt x="0" y="1761"/>
                    <a:pt x="130" y="1891"/>
                    <a:pt x="290" y="1891"/>
                  </a:cubicBezTo>
                  <a:cubicBezTo>
                    <a:pt x="449" y="1891"/>
                    <a:pt x="579" y="1761"/>
                    <a:pt x="579" y="1600"/>
                  </a:cubicBezTo>
                  <a:cubicBezTo>
                    <a:pt x="579" y="1529"/>
                    <a:pt x="553" y="1465"/>
                    <a:pt x="511" y="1415"/>
                  </a:cubicBezTo>
                  <a:cubicBezTo>
                    <a:pt x="669" y="1204"/>
                    <a:pt x="669" y="1204"/>
                    <a:pt x="669" y="1204"/>
                  </a:cubicBezTo>
                  <a:cubicBezTo>
                    <a:pt x="708" y="1224"/>
                    <a:pt x="752" y="1236"/>
                    <a:pt x="799" y="1236"/>
                  </a:cubicBezTo>
                  <a:cubicBezTo>
                    <a:pt x="896" y="1236"/>
                    <a:pt x="982" y="1188"/>
                    <a:pt x="1035" y="1115"/>
                  </a:cubicBezTo>
                  <a:cubicBezTo>
                    <a:pt x="1244" y="1241"/>
                    <a:pt x="1244" y="1241"/>
                    <a:pt x="1244" y="1241"/>
                  </a:cubicBezTo>
                  <a:cubicBezTo>
                    <a:pt x="1239" y="1263"/>
                    <a:pt x="1235" y="1285"/>
                    <a:pt x="1235" y="1309"/>
                  </a:cubicBezTo>
                  <a:cubicBezTo>
                    <a:pt x="1235" y="1469"/>
                    <a:pt x="1366" y="1600"/>
                    <a:pt x="1527" y="1600"/>
                  </a:cubicBezTo>
                  <a:cubicBezTo>
                    <a:pt x="1687" y="1600"/>
                    <a:pt x="1818" y="1469"/>
                    <a:pt x="1818" y="1309"/>
                  </a:cubicBezTo>
                  <a:cubicBezTo>
                    <a:pt x="1818" y="1214"/>
                    <a:pt x="1771" y="1130"/>
                    <a:pt x="1700" y="1077"/>
                  </a:cubicBezTo>
                  <a:cubicBezTo>
                    <a:pt x="2052" y="550"/>
                    <a:pt x="2052" y="550"/>
                    <a:pt x="2052" y="550"/>
                  </a:cubicBezTo>
                  <a:cubicBezTo>
                    <a:pt x="2091" y="570"/>
                    <a:pt x="2135" y="582"/>
                    <a:pt x="2181" y="582"/>
                  </a:cubicBezTo>
                  <a:cubicBezTo>
                    <a:pt x="2341" y="582"/>
                    <a:pt x="2472" y="451"/>
                    <a:pt x="2472" y="291"/>
                  </a:cubicBezTo>
                  <a:cubicBezTo>
                    <a:pt x="2472" y="130"/>
                    <a:pt x="2341" y="0"/>
                    <a:pt x="2181" y="0"/>
                  </a:cubicBezTo>
                  <a:close/>
                  <a:moveTo>
                    <a:pt x="290" y="1746"/>
                  </a:moveTo>
                  <a:cubicBezTo>
                    <a:pt x="210" y="1746"/>
                    <a:pt x="145" y="1681"/>
                    <a:pt x="145" y="1600"/>
                  </a:cubicBezTo>
                  <a:cubicBezTo>
                    <a:pt x="145" y="1520"/>
                    <a:pt x="210" y="1455"/>
                    <a:pt x="290" y="1455"/>
                  </a:cubicBezTo>
                  <a:cubicBezTo>
                    <a:pt x="369" y="1455"/>
                    <a:pt x="434" y="1520"/>
                    <a:pt x="434" y="1600"/>
                  </a:cubicBezTo>
                  <a:cubicBezTo>
                    <a:pt x="434" y="1681"/>
                    <a:pt x="369" y="1746"/>
                    <a:pt x="290" y="1746"/>
                  </a:cubicBezTo>
                  <a:close/>
                  <a:moveTo>
                    <a:pt x="799" y="1091"/>
                  </a:moveTo>
                  <a:cubicBezTo>
                    <a:pt x="719" y="1091"/>
                    <a:pt x="653" y="1026"/>
                    <a:pt x="653" y="946"/>
                  </a:cubicBezTo>
                  <a:cubicBezTo>
                    <a:pt x="653" y="866"/>
                    <a:pt x="719" y="801"/>
                    <a:pt x="799" y="801"/>
                  </a:cubicBezTo>
                  <a:cubicBezTo>
                    <a:pt x="879" y="801"/>
                    <a:pt x="945" y="866"/>
                    <a:pt x="945" y="946"/>
                  </a:cubicBezTo>
                  <a:cubicBezTo>
                    <a:pt x="945" y="1026"/>
                    <a:pt x="879" y="1091"/>
                    <a:pt x="799" y="1091"/>
                  </a:cubicBezTo>
                  <a:close/>
                  <a:moveTo>
                    <a:pt x="1527" y="1454"/>
                  </a:moveTo>
                  <a:cubicBezTo>
                    <a:pt x="1446" y="1454"/>
                    <a:pt x="1381" y="1389"/>
                    <a:pt x="1381" y="1309"/>
                  </a:cubicBezTo>
                  <a:cubicBezTo>
                    <a:pt x="1381" y="1229"/>
                    <a:pt x="1446" y="1164"/>
                    <a:pt x="1527" y="1164"/>
                  </a:cubicBezTo>
                  <a:cubicBezTo>
                    <a:pt x="1607" y="1164"/>
                    <a:pt x="1672" y="1229"/>
                    <a:pt x="1672" y="1309"/>
                  </a:cubicBezTo>
                  <a:cubicBezTo>
                    <a:pt x="1672" y="1389"/>
                    <a:pt x="1607" y="1454"/>
                    <a:pt x="1527" y="1454"/>
                  </a:cubicBezTo>
                  <a:close/>
                  <a:moveTo>
                    <a:pt x="2181" y="436"/>
                  </a:moveTo>
                  <a:cubicBezTo>
                    <a:pt x="2101" y="436"/>
                    <a:pt x="2037" y="371"/>
                    <a:pt x="2037" y="291"/>
                  </a:cubicBezTo>
                  <a:cubicBezTo>
                    <a:pt x="2037" y="210"/>
                    <a:pt x="2101" y="145"/>
                    <a:pt x="2181" y="145"/>
                  </a:cubicBezTo>
                  <a:cubicBezTo>
                    <a:pt x="2261" y="145"/>
                    <a:pt x="2326" y="210"/>
                    <a:pt x="2326" y="291"/>
                  </a:cubicBezTo>
                  <a:cubicBezTo>
                    <a:pt x="2326" y="371"/>
                    <a:pt x="2261" y="436"/>
                    <a:pt x="2181" y="43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" name="Google Shape;404;p4"/>
          <p:cNvSpPr/>
          <p:nvPr/>
        </p:nvSpPr>
        <p:spPr>
          <a:xfrm>
            <a:off x="4467640" y="1835944"/>
            <a:ext cx="1051560" cy="8687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"/>
          <p:cNvSpPr/>
          <p:nvPr/>
        </p:nvSpPr>
        <p:spPr>
          <a:xfrm>
            <a:off x="6674896" y="3171429"/>
            <a:ext cx="1054364" cy="8687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"/>
          <p:cNvSpPr txBox="1"/>
          <p:nvPr/>
        </p:nvSpPr>
        <p:spPr>
          <a:xfrm>
            <a:off x="1178746" y="795536"/>
            <a:ext cx="300049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fr-FR" b="1" dirty="0">
                <a:solidFill>
                  <a:srgbClr val="7F7F7F"/>
                </a:solidFill>
                <a:latin typeface="Arial"/>
                <a:ea typeface="Arial"/>
                <a:cs typeface="Arial"/>
              </a:rPr>
              <a:t>Structure &amp; Architecture</a:t>
            </a:r>
            <a:endParaRPr sz="2400" b="1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"/>
          <p:cNvSpPr txBox="1"/>
          <p:nvPr/>
        </p:nvSpPr>
        <p:spPr>
          <a:xfrm>
            <a:off x="1148448" y="1192011"/>
            <a:ext cx="295154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fr-FR" sz="14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Dossiers &amp; Organisation du projet.</a:t>
            </a:r>
            <a:endParaRPr sz="1400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396;p4">
            <a:extLst>
              <a:ext uri="{FF2B5EF4-FFF2-40B4-BE49-F238E27FC236}">
                <a16:creationId xmlns:a16="http://schemas.microsoft.com/office/drawing/2014/main" id="{ABE6B966-640C-57B8-3EA2-DEEAE6FA0FB8}"/>
              </a:ext>
            </a:extLst>
          </p:cNvPr>
          <p:cNvSpPr/>
          <p:nvPr/>
        </p:nvSpPr>
        <p:spPr>
          <a:xfrm>
            <a:off x="6033468" y="3964620"/>
            <a:ext cx="113122" cy="113122"/>
          </a:xfrm>
          <a:prstGeom prst="ellipse">
            <a:avLst/>
          </a:prstGeom>
          <a:solidFill>
            <a:schemeClr val="accent6"/>
          </a:solidFill>
          <a:ln w="508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" name="Google Shape;397;p4">
            <a:extLst>
              <a:ext uri="{FF2B5EF4-FFF2-40B4-BE49-F238E27FC236}">
                <a16:creationId xmlns:a16="http://schemas.microsoft.com/office/drawing/2014/main" id="{99C1DC39-9AC0-572A-C90C-4882B5D3EE44}"/>
              </a:ext>
            </a:extLst>
          </p:cNvPr>
          <p:cNvCxnSpPr/>
          <p:nvPr/>
        </p:nvCxnSpPr>
        <p:spPr>
          <a:xfrm>
            <a:off x="5514680" y="4021181"/>
            <a:ext cx="524759" cy="0"/>
          </a:xfrm>
          <a:prstGeom prst="straightConnector1">
            <a:avLst/>
          </a:prstGeom>
          <a:noFill/>
          <a:ln w="254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Google Shape;398;p4">
            <a:extLst>
              <a:ext uri="{FF2B5EF4-FFF2-40B4-BE49-F238E27FC236}">
                <a16:creationId xmlns:a16="http://schemas.microsoft.com/office/drawing/2014/main" id="{A5738BC1-0512-05FB-3F37-5807574262E2}"/>
              </a:ext>
            </a:extLst>
          </p:cNvPr>
          <p:cNvSpPr/>
          <p:nvPr/>
        </p:nvSpPr>
        <p:spPr>
          <a:xfrm>
            <a:off x="4511469" y="3461239"/>
            <a:ext cx="1054364" cy="10543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405;p4">
            <a:extLst>
              <a:ext uri="{FF2B5EF4-FFF2-40B4-BE49-F238E27FC236}">
                <a16:creationId xmlns:a16="http://schemas.microsoft.com/office/drawing/2014/main" id="{E7886DDE-6021-FB57-C7EE-83D4FFEEB6A9}"/>
              </a:ext>
            </a:extLst>
          </p:cNvPr>
          <p:cNvSpPr/>
          <p:nvPr/>
        </p:nvSpPr>
        <p:spPr>
          <a:xfrm>
            <a:off x="4511469" y="4508767"/>
            <a:ext cx="1054364" cy="8687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99;p4">
            <a:extLst>
              <a:ext uri="{FF2B5EF4-FFF2-40B4-BE49-F238E27FC236}">
                <a16:creationId xmlns:a16="http://schemas.microsoft.com/office/drawing/2014/main" id="{12BD7632-F326-3335-DA80-51A7F7A1C75B}"/>
              </a:ext>
            </a:extLst>
          </p:cNvPr>
          <p:cNvSpPr txBox="1"/>
          <p:nvPr/>
        </p:nvSpPr>
        <p:spPr>
          <a:xfrm>
            <a:off x="1579315" y="3595329"/>
            <a:ext cx="376164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b="1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Démonstration Pratique</a:t>
            </a:r>
            <a:endParaRPr b="1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raphic 10" descr="Web design outline">
            <a:extLst>
              <a:ext uri="{FF2B5EF4-FFF2-40B4-BE49-F238E27FC236}">
                <a16:creationId xmlns:a16="http://schemas.microsoft.com/office/drawing/2014/main" id="{08FDBF41-6B93-9F27-6855-87DB141630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2269" y="3650840"/>
            <a:ext cx="740682" cy="740682"/>
          </a:xfrm>
          <a:prstGeom prst="rect">
            <a:avLst/>
          </a:prstGeom>
        </p:spPr>
      </p:pic>
      <p:cxnSp>
        <p:nvCxnSpPr>
          <p:cNvPr id="12" name="Google Shape;401;p4">
            <a:extLst>
              <a:ext uri="{FF2B5EF4-FFF2-40B4-BE49-F238E27FC236}">
                <a16:creationId xmlns:a16="http://schemas.microsoft.com/office/drawing/2014/main" id="{223BD0BD-C2FD-3444-2203-E38791DAE95B}"/>
              </a:ext>
            </a:extLst>
          </p:cNvPr>
          <p:cNvCxnSpPr/>
          <p:nvPr/>
        </p:nvCxnSpPr>
        <p:spPr>
          <a:xfrm>
            <a:off x="6090029" y="4077742"/>
            <a:ext cx="0" cy="1249175"/>
          </a:xfrm>
          <a:prstGeom prst="straightConnector1">
            <a:avLst/>
          </a:prstGeom>
          <a:noFill/>
          <a:ln w="254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044D898-F70C-D40B-E806-E69F4B58C3F0}"/>
              </a:ext>
            </a:extLst>
          </p:cNvPr>
          <p:cNvGrpSpPr/>
          <p:nvPr/>
        </p:nvGrpSpPr>
        <p:grpSpPr>
          <a:xfrm>
            <a:off x="11271034" y="392230"/>
            <a:ext cx="384048" cy="384048"/>
            <a:chOff x="11271035" y="396239"/>
            <a:chExt cx="384048" cy="384048"/>
          </a:xfrm>
        </p:grpSpPr>
        <p:sp>
          <p:nvSpPr>
            <p:cNvPr id="14" name="Google Shape;362;p3">
              <a:extLst>
                <a:ext uri="{FF2B5EF4-FFF2-40B4-BE49-F238E27FC236}">
                  <a16:creationId xmlns:a16="http://schemas.microsoft.com/office/drawing/2014/main" id="{5F2A9D5C-55E1-0661-9BFC-FA8BB171FF83}"/>
                </a:ext>
              </a:extLst>
            </p:cNvPr>
            <p:cNvSpPr/>
            <p:nvPr/>
          </p:nvSpPr>
          <p:spPr>
            <a:xfrm>
              <a:off x="11271035" y="396239"/>
              <a:ext cx="384048" cy="38404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B7CE9C0-B872-5907-D548-ED89C957C64F}"/>
                </a:ext>
              </a:extLst>
            </p:cNvPr>
            <p:cNvSpPr txBox="1"/>
            <p:nvPr/>
          </p:nvSpPr>
          <p:spPr>
            <a:xfrm>
              <a:off x="11319802" y="434374"/>
              <a:ext cx="2865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</p:grpSp>
      <p:sp>
        <p:nvSpPr>
          <p:cNvPr id="16" name="Google Shape;384;p3">
            <a:extLst>
              <a:ext uri="{FF2B5EF4-FFF2-40B4-BE49-F238E27FC236}">
                <a16:creationId xmlns:a16="http://schemas.microsoft.com/office/drawing/2014/main" id="{8248FDF7-5D34-3295-794E-5B8C04C7FF00}"/>
              </a:ext>
            </a:extLst>
          </p:cNvPr>
          <p:cNvSpPr/>
          <p:nvPr/>
        </p:nvSpPr>
        <p:spPr>
          <a:xfrm>
            <a:off x="11271034" y="762562"/>
            <a:ext cx="384048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400;p4">
            <a:extLst>
              <a:ext uri="{FF2B5EF4-FFF2-40B4-BE49-F238E27FC236}">
                <a16:creationId xmlns:a16="http://schemas.microsoft.com/office/drawing/2014/main" id="{7EB58CC0-CF2E-172E-B62F-7EF4744CE8B4}"/>
              </a:ext>
            </a:extLst>
          </p:cNvPr>
          <p:cNvSpPr txBox="1"/>
          <p:nvPr/>
        </p:nvSpPr>
        <p:spPr>
          <a:xfrm>
            <a:off x="2772831" y="4013390"/>
            <a:ext cx="338961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400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Mini-projet CRUD</a:t>
            </a:r>
            <a:endParaRPr sz="1400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5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"/>
          <p:cNvSpPr/>
          <p:nvPr/>
        </p:nvSpPr>
        <p:spPr>
          <a:xfrm rot="-5400000">
            <a:off x="2671769" y="5465767"/>
            <a:ext cx="752466" cy="2032000"/>
          </a:xfrm>
          <a:prstGeom prst="rect">
            <a:avLst/>
          </a:prstGeom>
          <a:solidFill>
            <a:srgbClr val="9F22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5"/>
          <p:cNvSpPr/>
          <p:nvPr/>
        </p:nvSpPr>
        <p:spPr>
          <a:xfrm rot="-5400000">
            <a:off x="4703767" y="5465765"/>
            <a:ext cx="752468" cy="20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5"/>
          <p:cNvSpPr/>
          <p:nvPr/>
        </p:nvSpPr>
        <p:spPr>
          <a:xfrm rot="-5400000">
            <a:off x="6735765" y="5465764"/>
            <a:ext cx="752471" cy="2032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5"/>
          <p:cNvSpPr/>
          <p:nvPr/>
        </p:nvSpPr>
        <p:spPr>
          <a:xfrm rot="-5400000">
            <a:off x="8767764" y="5465762"/>
            <a:ext cx="752474" cy="2032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5"/>
          <p:cNvSpPr/>
          <p:nvPr/>
        </p:nvSpPr>
        <p:spPr>
          <a:xfrm rot="-5400000">
            <a:off x="10799766" y="5465766"/>
            <a:ext cx="752468" cy="2032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5"/>
          <p:cNvSpPr/>
          <p:nvPr/>
        </p:nvSpPr>
        <p:spPr>
          <a:xfrm rot="-5400000">
            <a:off x="639763" y="5465762"/>
            <a:ext cx="752475" cy="2032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8" name="Google Shape;418;p5"/>
          <p:cNvGrpSpPr/>
          <p:nvPr/>
        </p:nvGrpSpPr>
        <p:grpSpPr>
          <a:xfrm>
            <a:off x="1" y="6736617"/>
            <a:ext cx="12192000" cy="134340"/>
            <a:chOff x="2" y="2110197"/>
            <a:chExt cx="12192000" cy="134340"/>
          </a:xfrm>
        </p:grpSpPr>
        <p:sp>
          <p:nvSpPr>
            <p:cNvPr id="419" name="Google Shape;419;p5"/>
            <p:cNvSpPr/>
            <p:nvPr/>
          </p:nvSpPr>
          <p:spPr>
            <a:xfrm rot="-5400000">
              <a:off x="2980836" y="1161370"/>
              <a:ext cx="134333" cy="20320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5"/>
            <p:cNvSpPr/>
            <p:nvPr/>
          </p:nvSpPr>
          <p:spPr>
            <a:xfrm rot="-5400000">
              <a:off x="5012835" y="1161369"/>
              <a:ext cx="134333" cy="2032000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5"/>
            <p:cNvSpPr/>
            <p:nvPr/>
          </p:nvSpPr>
          <p:spPr>
            <a:xfrm rot="-5400000">
              <a:off x="7044834" y="1161369"/>
              <a:ext cx="134335" cy="203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5"/>
            <p:cNvSpPr/>
            <p:nvPr/>
          </p:nvSpPr>
          <p:spPr>
            <a:xfrm rot="-5400000">
              <a:off x="9076834" y="1161367"/>
              <a:ext cx="134336" cy="2032000"/>
            </a:xfrm>
            <a:prstGeom prst="rect">
              <a:avLst/>
            </a:prstGeom>
            <a:solidFill>
              <a:srgbClr val="9F22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5"/>
            <p:cNvSpPr/>
            <p:nvPr/>
          </p:nvSpPr>
          <p:spPr>
            <a:xfrm rot="-5400000">
              <a:off x="11108832" y="1161366"/>
              <a:ext cx="134338" cy="2032000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5"/>
            <p:cNvSpPr/>
            <p:nvPr/>
          </p:nvSpPr>
          <p:spPr>
            <a:xfrm rot="-5400000">
              <a:off x="948836" y="1161370"/>
              <a:ext cx="134331" cy="2032000"/>
            </a:xfrm>
            <a:prstGeom prst="rect">
              <a:avLst/>
            </a:prstGeom>
            <a:solidFill>
              <a:srgbClr val="90321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5" name="Google Shape;425;p5"/>
          <p:cNvSpPr txBox="1"/>
          <p:nvPr/>
        </p:nvSpPr>
        <p:spPr>
          <a:xfrm>
            <a:off x="2529185" y="2656008"/>
            <a:ext cx="713362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4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p5"/>
          <p:cNvCxnSpPr/>
          <p:nvPr/>
        </p:nvCxnSpPr>
        <p:spPr>
          <a:xfrm>
            <a:off x="5723825" y="3802513"/>
            <a:ext cx="744351" cy="0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"/>
          <p:cNvSpPr txBox="1"/>
          <p:nvPr/>
        </p:nvSpPr>
        <p:spPr>
          <a:xfrm>
            <a:off x="3796968" y="2064061"/>
            <a:ext cx="5240955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fr-FR" sz="4400" kern="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Laravel Framework</a:t>
            </a:r>
            <a:endParaRPr kumimoji="0" sz="44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2" name="Google Shape;432;p6"/>
          <p:cNvGrpSpPr/>
          <p:nvPr/>
        </p:nvGrpSpPr>
        <p:grpSpPr>
          <a:xfrm>
            <a:off x="2" y="6735574"/>
            <a:ext cx="12191998" cy="214750"/>
            <a:chOff x="2" y="2109154"/>
            <a:chExt cx="12191998" cy="214750"/>
          </a:xfrm>
        </p:grpSpPr>
        <p:sp>
          <p:nvSpPr>
            <p:cNvPr id="433" name="Google Shape;433;p6"/>
            <p:cNvSpPr/>
            <p:nvPr/>
          </p:nvSpPr>
          <p:spPr>
            <a:xfrm rot="-5400000">
              <a:off x="1509451" y="600755"/>
              <a:ext cx="213700" cy="3232598"/>
            </a:xfrm>
            <a:prstGeom prst="rect">
              <a:avLst/>
            </a:prstGeom>
            <a:solidFill>
              <a:srgbClr val="9F22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6"/>
            <p:cNvSpPr/>
            <p:nvPr/>
          </p:nvSpPr>
          <p:spPr>
            <a:xfrm rot="-5400000">
              <a:off x="4585690" y="756066"/>
              <a:ext cx="191564" cy="2897744"/>
            </a:xfrm>
            <a:prstGeom prst="rect">
              <a:avLst/>
            </a:prstGeom>
            <a:solidFill>
              <a:srgbClr val="99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6"/>
            <p:cNvSpPr/>
            <p:nvPr/>
          </p:nvSpPr>
          <p:spPr>
            <a:xfrm rot="-5400000">
              <a:off x="7554267" y="685232"/>
              <a:ext cx="191564" cy="3039410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6"/>
            <p:cNvSpPr/>
            <p:nvPr/>
          </p:nvSpPr>
          <p:spPr>
            <a:xfrm rot="-5400000">
              <a:off x="10585094" y="693814"/>
              <a:ext cx="191566" cy="3022246"/>
            </a:xfrm>
            <a:prstGeom prst="rect">
              <a:avLst/>
            </a:prstGeom>
            <a:solidFill>
              <a:srgbClr val="9F22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37" name="Google Shape;437;p6"/>
          <p:cNvCxnSpPr/>
          <p:nvPr/>
        </p:nvCxnSpPr>
        <p:spPr>
          <a:xfrm>
            <a:off x="1463593" y="4185501"/>
            <a:ext cx="4666751" cy="0"/>
          </a:xfrm>
          <a:prstGeom prst="straightConnector1">
            <a:avLst/>
          </a:prstGeom>
          <a:noFill/>
          <a:ln w="15875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8" name="Google Shape;438;p6"/>
          <p:cNvCxnSpPr/>
          <p:nvPr/>
        </p:nvCxnSpPr>
        <p:spPr>
          <a:xfrm>
            <a:off x="1463593" y="4185500"/>
            <a:ext cx="0" cy="876692"/>
          </a:xfrm>
          <a:prstGeom prst="straightConnector1">
            <a:avLst/>
          </a:prstGeom>
          <a:noFill/>
          <a:ln w="15875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9" name="Google Shape;439;p6"/>
          <p:cNvCxnSpPr/>
          <p:nvPr/>
        </p:nvCxnSpPr>
        <p:spPr>
          <a:xfrm>
            <a:off x="6130344" y="3013656"/>
            <a:ext cx="0" cy="1171845"/>
          </a:xfrm>
          <a:prstGeom prst="straightConnector1">
            <a:avLst/>
          </a:prstGeom>
          <a:noFill/>
          <a:ln w="15875" cap="flat" cmpd="sng">
            <a:solidFill>
              <a:srgbClr val="CC0000"/>
            </a:solidFill>
            <a:prstDash val="solid"/>
            <a:miter lim="800000"/>
            <a:headEnd type="oval" w="med" len="med"/>
            <a:tailEnd type="none" w="sm" len="sm"/>
          </a:ln>
        </p:spPr>
      </p:cxnSp>
      <p:grpSp>
        <p:nvGrpSpPr>
          <p:cNvPr id="440" name="Google Shape;440;p6"/>
          <p:cNvGrpSpPr/>
          <p:nvPr/>
        </p:nvGrpSpPr>
        <p:grpSpPr>
          <a:xfrm>
            <a:off x="0" y="5062192"/>
            <a:ext cx="3232595" cy="1795807"/>
            <a:chOff x="0" y="5062192"/>
            <a:chExt cx="3232601" cy="1795807"/>
          </a:xfrm>
          <a:solidFill>
            <a:srgbClr val="800000"/>
          </a:solidFill>
        </p:grpSpPr>
        <p:sp>
          <p:nvSpPr>
            <p:cNvPr id="441" name="Google Shape;441;p6"/>
            <p:cNvSpPr/>
            <p:nvPr/>
          </p:nvSpPr>
          <p:spPr>
            <a:xfrm rot="-5400000">
              <a:off x="718397" y="4343795"/>
              <a:ext cx="1795807" cy="3232601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42" name="Google Shape;442;p6" descr="C:\Program Files (x86)\Microsoft Office\MEDIA\CAGCAT10\j0300520.gif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7343" y="5410933"/>
              <a:ext cx="952500" cy="819150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443" name="Google Shape;443;p6"/>
          <p:cNvSpPr/>
          <p:nvPr/>
        </p:nvSpPr>
        <p:spPr>
          <a:xfrm rot="-5400000">
            <a:off x="4437109" y="5053710"/>
            <a:ext cx="488728" cy="28977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6"/>
          <p:cNvSpPr/>
          <p:nvPr/>
        </p:nvSpPr>
        <p:spPr>
          <a:xfrm rot="-5400000">
            <a:off x="7405686" y="4982879"/>
            <a:ext cx="488728" cy="3039408"/>
          </a:xfrm>
          <a:prstGeom prst="rect">
            <a:avLst/>
          </a:prstGeom>
          <a:solidFill>
            <a:srgbClr val="9F22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6"/>
          <p:cNvSpPr/>
          <p:nvPr/>
        </p:nvSpPr>
        <p:spPr>
          <a:xfrm rot="-5400000">
            <a:off x="10427932" y="4982879"/>
            <a:ext cx="488728" cy="30394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67552E-0685-26E4-DC26-73D7D0E666A4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9BB6B99A-603F-6096-FDEC-521980BFDC6D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A127B34-06B8-C67D-953C-9F6CDED48639}"/>
                </a:ext>
              </a:extLst>
            </p:cNvPr>
            <p:cNvSpPr txBox="1"/>
            <p:nvPr/>
          </p:nvSpPr>
          <p:spPr>
            <a:xfrm>
              <a:off x="11610037" y="352079"/>
              <a:ext cx="2876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</p:grpSp>
      <p:sp>
        <p:nvSpPr>
          <p:cNvPr id="6" name="Google Shape;384;p3">
            <a:extLst>
              <a:ext uri="{FF2B5EF4-FFF2-40B4-BE49-F238E27FC236}">
                <a16:creationId xmlns:a16="http://schemas.microsoft.com/office/drawing/2014/main" id="{0D108375-F80A-2AFE-5F74-C2EC2A24710C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/>
          <p:cNvSpPr txBox="1"/>
          <p:nvPr/>
        </p:nvSpPr>
        <p:spPr>
          <a:xfrm>
            <a:off x="2883596" y="653759"/>
            <a:ext cx="622983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r-FR" sz="4000" b="0" i="0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Introduction &amp; Historique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"/>
          <p:cNvSpPr txBox="1"/>
          <p:nvPr/>
        </p:nvSpPr>
        <p:spPr>
          <a:xfrm>
            <a:off x="703384" y="1720860"/>
            <a:ext cx="10590257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Laravel est un </a:t>
            </a:r>
            <a:r>
              <a:rPr lang="fr-FR" kern="0" dirty="0" err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</a:t>
            </a:r>
            <a:r>
              <a:rPr lang="fr-FR" kern="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développement web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open-source basé sur PHP, permet de créer des applications web </a:t>
            </a:r>
            <a:r>
              <a:rPr lang="fr-FR" kern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organisées et sécurisées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latin typeface="Times New Roman"/>
                <a:ea typeface="Times New Roman"/>
                <a:cs typeface="Times New Roman"/>
              </a:rPr>
              <a:t>Il repose sur une </a:t>
            </a:r>
            <a:r>
              <a:rPr lang="fr-FR" b="1" kern="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architecture MVC</a:t>
            </a:r>
            <a:r>
              <a:rPr lang="fr-FR" kern="0" dirty="0">
                <a:latin typeface="Times New Roman"/>
                <a:ea typeface="Times New Roman"/>
                <a:cs typeface="Times New Roman"/>
              </a:rPr>
              <a:t>.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On trouve une séparation claire entre logique, données et affichage.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latin typeface="Times New Roman"/>
                <a:ea typeface="Times New Roman"/>
                <a:cs typeface="Times New Roman"/>
              </a:rPr>
              <a:t>Avant </a:t>
            </a:r>
            <a:r>
              <a:rPr lang="fr-FR" kern="0" dirty="0" err="1">
                <a:latin typeface="Times New Roman"/>
                <a:ea typeface="Times New Roman"/>
                <a:cs typeface="Times New Roman"/>
              </a:rPr>
              <a:t>Laravel</a:t>
            </a:r>
            <a:r>
              <a:rPr lang="fr-FR" kern="0" dirty="0">
                <a:latin typeface="Times New Roman"/>
                <a:ea typeface="Times New Roman"/>
                <a:cs typeface="Times New Roman"/>
              </a:rPr>
              <a:t>, des </a:t>
            </a:r>
            <a:r>
              <a:rPr lang="fr-FR" kern="0" dirty="0" err="1">
                <a:latin typeface="Times New Roman"/>
                <a:ea typeface="Times New Roman"/>
                <a:cs typeface="Times New Roman"/>
              </a:rPr>
              <a:t>frameworks</a:t>
            </a:r>
            <a:r>
              <a:rPr lang="fr-FR" kern="0" dirty="0">
                <a:latin typeface="Times New Roman"/>
                <a:ea typeface="Times New Roman"/>
                <a:cs typeface="Times New Roman"/>
              </a:rPr>
              <a:t> comme </a:t>
            </a:r>
            <a:r>
              <a:rPr lang="fr-FR" b="1" kern="0" dirty="0" err="1">
                <a:solidFill>
                  <a:srgbClr val="DAA600"/>
                </a:solidFill>
                <a:latin typeface="Times New Roman"/>
                <a:ea typeface="Times New Roman"/>
                <a:cs typeface="Times New Roman"/>
              </a:rPr>
              <a:t>CodeIgniter</a:t>
            </a:r>
            <a:r>
              <a:rPr lang="fr-FR" kern="0" dirty="0">
                <a:latin typeface="Times New Roman"/>
                <a:ea typeface="Times New Roman"/>
                <a:cs typeface="Times New Roman"/>
              </a:rPr>
              <a:t> étaient utilisés.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Créé en </a:t>
            </a:r>
            <a:r>
              <a:rPr lang="fr-FR" b="1" kern="0" dirty="0">
                <a:latin typeface="Times New Roman"/>
                <a:ea typeface="Times New Roman"/>
                <a:cs typeface="Times New Roman"/>
                <a:sym typeface="Times New Roman"/>
              </a:rPr>
              <a:t>2011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par </a:t>
            </a:r>
            <a:r>
              <a:rPr lang="fr-FR" b="1" kern="0" dirty="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Taylor Otwell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latin typeface="Times New Roman"/>
                <a:ea typeface="Times New Roman"/>
                <a:cs typeface="Times New Roman"/>
                <a:sym typeface="Times New Roman"/>
              </a:rPr>
              <a:t>Objectif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lang="fr-FR" kern="0" dirty="0">
                <a:solidFill>
                  <a:srgbClr val="FF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simplifier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et </a:t>
            </a:r>
            <a:r>
              <a:rPr lang="fr-FR" kern="0" dirty="0">
                <a:solidFill>
                  <a:srgbClr val="FF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structurer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le développement web en PHP.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b="1" kern="0" dirty="0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1C6572-BA9E-A403-38C1-E9D342174B41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12E60F65-F1C1-3936-345A-790695C827BD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B979FB1-A05D-FC69-7B76-F46619340F5A}"/>
                </a:ext>
              </a:extLst>
            </p:cNvPr>
            <p:cNvSpPr txBox="1"/>
            <p:nvPr/>
          </p:nvSpPr>
          <p:spPr>
            <a:xfrm>
              <a:off x="11610037" y="352079"/>
              <a:ext cx="2876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0A4D35E3-8CB1-42DB-C8EC-DF8DC5D9648E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E54DD5-F191-B8F4-30EC-2AE21D9DE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829" y="3428999"/>
            <a:ext cx="4777259" cy="23852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65439239-F993-042F-13CB-12C181DB5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16BDF735-485D-515B-6996-24FDF8FC59A9}"/>
              </a:ext>
            </a:extLst>
          </p:cNvPr>
          <p:cNvSpPr txBox="1"/>
          <p:nvPr/>
        </p:nvSpPr>
        <p:spPr>
          <a:xfrm>
            <a:off x="3780093" y="752855"/>
            <a:ext cx="463181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Pourquoi Laravel ?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">
            <a:extLst>
              <a:ext uri="{FF2B5EF4-FFF2-40B4-BE49-F238E27FC236}">
                <a16:creationId xmlns:a16="http://schemas.microsoft.com/office/drawing/2014/main" id="{1EF36673-49A8-33B2-238E-EAF325D198C2}"/>
              </a:ext>
            </a:extLst>
          </p:cNvPr>
          <p:cNvSpPr txBox="1"/>
          <p:nvPr/>
        </p:nvSpPr>
        <p:spPr>
          <a:xfrm>
            <a:off x="774488" y="2013497"/>
            <a:ext cx="11123175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structuré grâce à l’architecture MVC.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Depuis la version 5, </a:t>
            </a:r>
            <a:r>
              <a:rPr lang="fr-FR" kern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Laravel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s'appuie massivement sur les concepts de la </a:t>
            </a:r>
            <a:r>
              <a:rPr lang="fr-FR" kern="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Programmation Orientée Objet (POO.</a:t>
            </a:r>
            <a:endParaRPr lang="fr-FR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 de temps grâce aux outils intégrés.</a:t>
            </a:r>
          </a:p>
          <a:p>
            <a:pPr marL="17145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Laravel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facilite :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latin typeface="Times New Roman"/>
                <a:ea typeface="Times New Roman"/>
                <a:cs typeface="Times New Roman"/>
              </a:rPr>
              <a:t>La gestion des données avec </a:t>
            </a:r>
            <a:r>
              <a:rPr lang="fr-FR" b="1" kern="0" dirty="0">
                <a:solidFill>
                  <a:srgbClr val="FF9933"/>
                </a:solidFill>
                <a:latin typeface="Times New Roman"/>
                <a:ea typeface="Times New Roman"/>
                <a:cs typeface="Times New Roman"/>
              </a:rPr>
              <a:t>Eloquent ORM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latin typeface="Times New Roman"/>
                <a:ea typeface="Times New Roman"/>
                <a:cs typeface="Times New Roman"/>
              </a:rPr>
              <a:t>De gérer facilement les </a:t>
            </a:r>
            <a:r>
              <a:rPr lang="fr-FR" b="1" kern="0" dirty="0">
                <a:latin typeface="Times New Roman"/>
                <a:ea typeface="Times New Roman"/>
                <a:cs typeface="Times New Roman"/>
              </a:rPr>
              <a:t>routes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traitement des </a:t>
            </a:r>
            <a:r>
              <a:rPr lang="fr-FR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formulaires et la sécurité </a:t>
            </a:r>
            <a:r>
              <a:rPr lang="fr-FR" b="1" kern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(CSRF)</a:t>
            </a:r>
          </a:p>
          <a:p>
            <a:pPr marL="17145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E2CEA12-17AB-A6D1-F0D2-F3A91BCC61C0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73E97420-72B1-7B00-D540-2A3488AEABEE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58ACB88-349C-9C54-F207-C4093573E692}"/>
                </a:ext>
              </a:extLst>
            </p:cNvPr>
            <p:cNvSpPr txBox="1"/>
            <p:nvPr/>
          </p:nvSpPr>
          <p:spPr>
            <a:xfrm>
              <a:off x="11610037" y="352079"/>
              <a:ext cx="2876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29E2641A-1683-54C2-2D62-E5993F2A3866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Laravel PHP Framework - Why is it a Favourite Amongst Developers?">
            <a:extLst>
              <a:ext uri="{FF2B5EF4-FFF2-40B4-BE49-F238E27FC236}">
                <a16:creationId xmlns:a16="http://schemas.microsoft.com/office/drawing/2014/main" id="{41AF94E8-8738-A25C-0F7A-79B6AC2AC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293" y="3429000"/>
            <a:ext cx="4893744" cy="302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31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" grpId="0"/>
      <p:bldP spid="451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0">
          <a:extLst>
            <a:ext uri="{FF2B5EF4-FFF2-40B4-BE49-F238E27FC236}">
              <a16:creationId xmlns:a16="http://schemas.microsoft.com/office/drawing/2014/main" id="{4E72B422-D4E2-AC15-4829-B25114A06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6">
            <a:extLst>
              <a:ext uri="{FF2B5EF4-FFF2-40B4-BE49-F238E27FC236}">
                <a16:creationId xmlns:a16="http://schemas.microsoft.com/office/drawing/2014/main" id="{8F0746F3-3BE6-A120-C628-3850A36B18C3}"/>
              </a:ext>
            </a:extLst>
          </p:cNvPr>
          <p:cNvGrpSpPr/>
          <p:nvPr/>
        </p:nvGrpSpPr>
        <p:grpSpPr>
          <a:xfrm>
            <a:off x="2" y="6735574"/>
            <a:ext cx="12191998" cy="214750"/>
            <a:chOff x="2" y="2109154"/>
            <a:chExt cx="12191998" cy="214750"/>
          </a:xfrm>
        </p:grpSpPr>
        <p:sp>
          <p:nvSpPr>
            <p:cNvPr id="433" name="Google Shape;433;p6">
              <a:extLst>
                <a:ext uri="{FF2B5EF4-FFF2-40B4-BE49-F238E27FC236}">
                  <a16:creationId xmlns:a16="http://schemas.microsoft.com/office/drawing/2014/main" id="{03BB946E-6403-962E-399E-A9249B6A6CD6}"/>
                </a:ext>
              </a:extLst>
            </p:cNvPr>
            <p:cNvSpPr/>
            <p:nvPr/>
          </p:nvSpPr>
          <p:spPr>
            <a:xfrm rot="-5400000">
              <a:off x="1509451" y="600755"/>
              <a:ext cx="213700" cy="3232598"/>
            </a:xfrm>
            <a:prstGeom prst="rect">
              <a:avLst/>
            </a:prstGeom>
            <a:solidFill>
              <a:srgbClr val="9F22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6">
              <a:extLst>
                <a:ext uri="{FF2B5EF4-FFF2-40B4-BE49-F238E27FC236}">
                  <a16:creationId xmlns:a16="http://schemas.microsoft.com/office/drawing/2014/main" id="{2DE4B84C-0419-37CE-C51A-8585C28917DF}"/>
                </a:ext>
              </a:extLst>
            </p:cNvPr>
            <p:cNvSpPr/>
            <p:nvPr/>
          </p:nvSpPr>
          <p:spPr>
            <a:xfrm rot="-5400000">
              <a:off x="4585690" y="756066"/>
              <a:ext cx="191564" cy="2897744"/>
            </a:xfrm>
            <a:prstGeom prst="rect">
              <a:avLst/>
            </a:prstGeom>
            <a:solidFill>
              <a:srgbClr val="99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6">
              <a:extLst>
                <a:ext uri="{FF2B5EF4-FFF2-40B4-BE49-F238E27FC236}">
                  <a16:creationId xmlns:a16="http://schemas.microsoft.com/office/drawing/2014/main" id="{C81C896E-0ECB-EDFC-A0C3-A91A6624BFE6}"/>
                </a:ext>
              </a:extLst>
            </p:cNvPr>
            <p:cNvSpPr/>
            <p:nvPr/>
          </p:nvSpPr>
          <p:spPr>
            <a:xfrm rot="-5400000">
              <a:off x="7554267" y="685232"/>
              <a:ext cx="191564" cy="3039410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6">
              <a:extLst>
                <a:ext uri="{FF2B5EF4-FFF2-40B4-BE49-F238E27FC236}">
                  <a16:creationId xmlns:a16="http://schemas.microsoft.com/office/drawing/2014/main" id="{3E684D7C-EC47-58CD-71B0-3F938A09F469}"/>
                </a:ext>
              </a:extLst>
            </p:cNvPr>
            <p:cNvSpPr/>
            <p:nvPr/>
          </p:nvSpPr>
          <p:spPr>
            <a:xfrm rot="-5400000">
              <a:off x="10585094" y="693814"/>
              <a:ext cx="191566" cy="3022246"/>
            </a:xfrm>
            <a:prstGeom prst="rect">
              <a:avLst/>
            </a:prstGeom>
            <a:solidFill>
              <a:srgbClr val="9F22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37" name="Google Shape;437;p6">
            <a:extLst>
              <a:ext uri="{FF2B5EF4-FFF2-40B4-BE49-F238E27FC236}">
                <a16:creationId xmlns:a16="http://schemas.microsoft.com/office/drawing/2014/main" id="{99BEE029-4984-DE13-05F9-B4DF1020853A}"/>
              </a:ext>
            </a:extLst>
          </p:cNvPr>
          <p:cNvCxnSpPr>
            <a:cxnSpLocks/>
          </p:cNvCxnSpPr>
          <p:nvPr/>
        </p:nvCxnSpPr>
        <p:spPr>
          <a:xfrm>
            <a:off x="4643673" y="4185501"/>
            <a:ext cx="1486671" cy="0"/>
          </a:xfrm>
          <a:prstGeom prst="straightConnector1">
            <a:avLst/>
          </a:prstGeom>
          <a:noFill/>
          <a:ln w="15875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8" name="Google Shape;438;p6">
            <a:extLst>
              <a:ext uri="{FF2B5EF4-FFF2-40B4-BE49-F238E27FC236}">
                <a16:creationId xmlns:a16="http://schemas.microsoft.com/office/drawing/2014/main" id="{DCC1CA04-A066-41C1-E8E2-6881E6488C65}"/>
              </a:ext>
            </a:extLst>
          </p:cNvPr>
          <p:cNvCxnSpPr/>
          <p:nvPr/>
        </p:nvCxnSpPr>
        <p:spPr>
          <a:xfrm>
            <a:off x="4643673" y="4185501"/>
            <a:ext cx="0" cy="876692"/>
          </a:xfrm>
          <a:prstGeom prst="straightConnector1">
            <a:avLst/>
          </a:prstGeom>
          <a:noFill/>
          <a:ln w="15875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9" name="Google Shape;439;p6">
            <a:extLst>
              <a:ext uri="{FF2B5EF4-FFF2-40B4-BE49-F238E27FC236}">
                <a16:creationId xmlns:a16="http://schemas.microsoft.com/office/drawing/2014/main" id="{278E488E-C62A-9B13-2D57-4AB9A5F0A19F}"/>
              </a:ext>
            </a:extLst>
          </p:cNvPr>
          <p:cNvCxnSpPr/>
          <p:nvPr/>
        </p:nvCxnSpPr>
        <p:spPr>
          <a:xfrm>
            <a:off x="6130344" y="3013656"/>
            <a:ext cx="0" cy="1171845"/>
          </a:xfrm>
          <a:prstGeom prst="straightConnector1">
            <a:avLst/>
          </a:prstGeom>
          <a:noFill/>
          <a:ln w="15875" cap="flat" cmpd="sng">
            <a:solidFill>
              <a:srgbClr val="CC0000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441" name="Google Shape;441;p6">
            <a:extLst>
              <a:ext uri="{FF2B5EF4-FFF2-40B4-BE49-F238E27FC236}">
                <a16:creationId xmlns:a16="http://schemas.microsoft.com/office/drawing/2014/main" id="{D24E46F5-8DB7-0A50-B0A0-95B95F0B28A2}"/>
              </a:ext>
            </a:extLst>
          </p:cNvPr>
          <p:cNvSpPr/>
          <p:nvPr/>
        </p:nvSpPr>
        <p:spPr>
          <a:xfrm rot="16200000">
            <a:off x="1316407" y="4941811"/>
            <a:ext cx="599782" cy="323259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6">
            <a:extLst>
              <a:ext uri="{FF2B5EF4-FFF2-40B4-BE49-F238E27FC236}">
                <a16:creationId xmlns:a16="http://schemas.microsoft.com/office/drawing/2014/main" id="{E52B5B8A-2026-FE65-30C1-96D2D1A7243D}"/>
              </a:ext>
            </a:extLst>
          </p:cNvPr>
          <p:cNvSpPr/>
          <p:nvPr/>
        </p:nvSpPr>
        <p:spPr>
          <a:xfrm rot="-5400000">
            <a:off x="3785364" y="4401962"/>
            <a:ext cx="1792224" cy="28977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6">
            <a:extLst>
              <a:ext uri="{FF2B5EF4-FFF2-40B4-BE49-F238E27FC236}">
                <a16:creationId xmlns:a16="http://schemas.microsoft.com/office/drawing/2014/main" id="{FD14F945-0011-CED2-6E82-14940A6DC72B}"/>
              </a:ext>
            </a:extLst>
          </p:cNvPr>
          <p:cNvSpPr/>
          <p:nvPr/>
        </p:nvSpPr>
        <p:spPr>
          <a:xfrm rot="-5400000">
            <a:off x="7405686" y="4982879"/>
            <a:ext cx="488728" cy="3039408"/>
          </a:xfrm>
          <a:prstGeom prst="rect">
            <a:avLst/>
          </a:prstGeom>
          <a:solidFill>
            <a:srgbClr val="9F22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6">
            <a:extLst>
              <a:ext uri="{FF2B5EF4-FFF2-40B4-BE49-F238E27FC236}">
                <a16:creationId xmlns:a16="http://schemas.microsoft.com/office/drawing/2014/main" id="{9C208FED-A727-8765-FC25-C04572EEB198}"/>
              </a:ext>
            </a:extLst>
          </p:cNvPr>
          <p:cNvSpPr/>
          <p:nvPr/>
        </p:nvSpPr>
        <p:spPr>
          <a:xfrm rot="-5400000">
            <a:off x="10427932" y="4982879"/>
            <a:ext cx="488728" cy="30394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A0E019-0E6F-A12F-E3B7-7EE27DD14721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693115B1-FF66-639C-786D-3C53F85199BB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183B8BC-475E-8D7A-551C-82E4AD8C9DE6}"/>
                </a:ext>
              </a:extLst>
            </p:cNvPr>
            <p:cNvSpPr txBox="1"/>
            <p:nvPr/>
          </p:nvSpPr>
          <p:spPr>
            <a:xfrm>
              <a:off x="11612880" y="352079"/>
              <a:ext cx="3870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</p:grpSp>
      <p:sp>
        <p:nvSpPr>
          <p:cNvPr id="6" name="Google Shape;384;p3">
            <a:extLst>
              <a:ext uri="{FF2B5EF4-FFF2-40B4-BE49-F238E27FC236}">
                <a16:creationId xmlns:a16="http://schemas.microsoft.com/office/drawing/2014/main" id="{C026B948-7770-3A58-735F-10FD930631B1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431;p6">
            <a:extLst>
              <a:ext uri="{FF2B5EF4-FFF2-40B4-BE49-F238E27FC236}">
                <a16:creationId xmlns:a16="http://schemas.microsoft.com/office/drawing/2014/main" id="{9D54026A-DFBA-E98F-00B1-3E8E945CFC60}"/>
              </a:ext>
            </a:extLst>
          </p:cNvPr>
          <p:cNvSpPr txBox="1"/>
          <p:nvPr/>
        </p:nvSpPr>
        <p:spPr>
          <a:xfrm>
            <a:off x="2018967" y="2064061"/>
            <a:ext cx="8877631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fr-FR" sz="44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Fonctionnement &amp; Mise en place</a:t>
            </a:r>
            <a:endParaRPr kumimoji="0" sz="44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AD21A4-989E-4D4D-111E-BFA85701F5F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684" y="5283195"/>
            <a:ext cx="1605581" cy="112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6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F1E81E92-D651-5119-9B5F-D4D7E8CB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5206C186-1BDD-3F5A-B154-64D50DCAD447}"/>
              </a:ext>
            </a:extLst>
          </p:cNvPr>
          <p:cNvSpPr txBox="1"/>
          <p:nvPr/>
        </p:nvSpPr>
        <p:spPr>
          <a:xfrm>
            <a:off x="3185446" y="505967"/>
            <a:ext cx="582110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Fonctionnement global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220E1C3-6E12-BA3B-4427-B3AAD5FF5BFA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6F8F305A-8109-294D-AB2A-7CFA02E581B6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D185EE-6064-09AE-9DDD-27A85332643C}"/>
                </a:ext>
              </a:extLst>
            </p:cNvPr>
            <p:cNvSpPr txBox="1"/>
            <p:nvPr/>
          </p:nvSpPr>
          <p:spPr>
            <a:xfrm>
              <a:off x="11576304" y="352079"/>
              <a:ext cx="4221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10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C7CC9E0B-4639-F6F4-9EE2-8D1988510223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68278D-3D75-0378-09BA-8A5ABC571F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43" y="1213813"/>
            <a:ext cx="8716952" cy="523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8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90A3B6F2-AC9A-7A90-EA66-3125296BB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3E0C4FE8-DDA2-DA0F-EC85-198AC19895FB}"/>
              </a:ext>
            </a:extLst>
          </p:cNvPr>
          <p:cNvSpPr txBox="1"/>
          <p:nvPr/>
        </p:nvSpPr>
        <p:spPr>
          <a:xfrm>
            <a:off x="3185446" y="505967"/>
            <a:ext cx="582110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Fonctionnement global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705684D-B02C-3B60-8560-BCFAF52433B2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F5BC09E7-F925-4670-5930-1D57B23FB267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227CCC8-E7E4-59CD-32A2-B41C05E549B0}"/>
                </a:ext>
              </a:extLst>
            </p:cNvPr>
            <p:cNvSpPr txBox="1"/>
            <p:nvPr/>
          </p:nvSpPr>
          <p:spPr>
            <a:xfrm>
              <a:off x="11576304" y="352079"/>
              <a:ext cx="4221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11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5C4CDA68-9A0E-DC8D-C5E4-E7EE1D6288DB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E31C6A-6235-DF29-4D61-B38AAEF02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3482" y="2072640"/>
            <a:ext cx="7721770" cy="2712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CDAB7E-BDCD-0AE6-A68A-95B78D1FFD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74"/>
          <a:stretch>
            <a:fillRect/>
          </a:stretch>
        </p:blipFill>
        <p:spPr>
          <a:xfrm>
            <a:off x="6095999" y="659856"/>
            <a:ext cx="6566998" cy="612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18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11174E2F-E62B-FF01-F9FD-4B5C3A33B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3B608E69-BBD5-30E0-1A74-C2B44271F091}"/>
              </a:ext>
            </a:extLst>
          </p:cNvPr>
          <p:cNvSpPr txBox="1"/>
          <p:nvPr/>
        </p:nvSpPr>
        <p:spPr>
          <a:xfrm>
            <a:off x="3185446" y="505967"/>
            <a:ext cx="582110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Cycle de requête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01ECF7-C71E-DE06-B430-D0DFCC187DB0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1374289D-1B7D-0A9E-32C4-664D1847D1A6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B2CD2BA-2D15-3E91-E79C-9B47147A7F67}"/>
                </a:ext>
              </a:extLst>
            </p:cNvPr>
            <p:cNvSpPr txBox="1"/>
            <p:nvPr/>
          </p:nvSpPr>
          <p:spPr>
            <a:xfrm>
              <a:off x="11567160" y="352079"/>
              <a:ext cx="4312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12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9E505490-0EAB-3E70-0858-581B259015A5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51;p7">
            <a:extLst>
              <a:ext uri="{FF2B5EF4-FFF2-40B4-BE49-F238E27FC236}">
                <a16:creationId xmlns:a16="http://schemas.microsoft.com/office/drawing/2014/main" id="{08ACAAFA-C789-5C3B-A00B-C3494C802B64}"/>
              </a:ext>
            </a:extLst>
          </p:cNvPr>
          <p:cNvSpPr txBox="1"/>
          <p:nvPr/>
        </p:nvSpPr>
        <p:spPr>
          <a:xfrm>
            <a:off x="1068825" y="1983017"/>
            <a:ext cx="11123175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index.php</a:t>
            </a:r>
            <a:r>
              <a:rPr lang="fr-FR" b="1" kern="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est le point d’entrée unique de l’application.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</a:t>
            </a:r>
            <a:r>
              <a:rPr lang="fr-FR" b="1" kern="0" dirty="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Kernel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traite la requête et gère son exécution.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</a:t>
            </a:r>
            <a:r>
              <a:rPr lang="fr-FR" b="1" kern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middlewares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appliquent des filtres (sécurité, session).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Le</a:t>
            </a:r>
            <a:r>
              <a:rPr lang="fr-FR" b="1" kern="0" dirty="0">
                <a:solidFill>
                  <a:srgbClr val="FF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b="1" kern="0" dirty="0" err="1">
                <a:solidFill>
                  <a:srgbClr val="FF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routing</a:t>
            </a:r>
            <a:r>
              <a:rPr lang="fr-FR" b="1" kern="0" dirty="0">
                <a:solidFill>
                  <a:srgbClr val="FF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dirige la requête vers le contrôleur.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latin typeface="Times New Roman"/>
                <a:ea typeface="Times New Roman"/>
                <a:cs typeface="Times New Roman"/>
              </a:rPr>
              <a:t>Le</a:t>
            </a:r>
            <a:r>
              <a:rPr lang="fr-FR" b="1" kern="0" dirty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</a:rPr>
              <a:t> contrôleur </a:t>
            </a:r>
            <a:r>
              <a:rPr lang="fr-FR" kern="0" dirty="0">
                <a:latin typeface="Times New Roman"/>
                <a:ea typeface="Times New Roman"/>
                <a:cs typeface="Times New Roman"/>
              </a:rPr>
              <a:t>génère la réponse.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111201-2A62-BA52-A816-D216E994A0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521242"/>
            <a:ext cx="4488600" cy="252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87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" grpId="0"/>
      <p:bldP spid="6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C95EF87A-A46B-3B47-FF95-04D519869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8E98EA41-32EC-FDB2-203D-A6A2AF08384F}"/>
              </a:ext>
            </a:extLst>
          </p:cNvPr>
          <p:cNvSpPr txBox="1"/>
          <p:nvPr/>
        </p:nvSpPr>
        <p:spPr>
          <a:xfrm>
            <a:off x="2691700" y="352079"/>
            <a:ext cx="680859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Workflow MVC (Mini-Projet)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">
            <a:extLst>
              <a:ext uri="{FF2B5EF4-FFF2-40B4-BE49-F238E27FC236}">
                <a16:creationId xmlns:a16="http://schemas.microsoft.com/office/drawing/2014/main" id="{331250CD-A4DF-D200-5514-0DB4835CB25E}"/>
              </a:ext>
            </a:extLst>
          </p:cNvPr>
          <p:cNvSpPr txBox="1"/>
          <p:nvPr/>
        </p:nvSpPr>
        <p:spPr>
          <a:xfrm>
            <a:off x="665471" y="1674714"/>
            <a:ext cx="5633728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Laravel repose sur le </a:t>
            </a:r>
            <a:r>
              <a:rPr lang="fr-FR" b="1" kern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modèle MVC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(Modèle-Vue-Contrôleur). Au lieu de tout mélanger dans un seul fichier PHP, le code est séparé selon ses responsabilités.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8D823F4-D71E-9E94-B4C9-53396DEEB417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7990894A-3BE8-9C97-6F8D-71CDDD84AD1C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F669DDA-5848-864D-324C-77F9AFAAE32E}"/>
                </a:ext>
              </a:extLst>
            </p:cNvPr>
            <p:cNvSpPr txBox="1"/>
            <p:nvPr/>
          </p:nvSpPr>
          <p:spPr>
            <a:xfrm>
              <a:off x="11572240" y="352079"/>
              <a:ext cx="4277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13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B523D4F4-B845-EC72-14D2-B82DEE8718A9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3FFD74-F933-F26C-344F-7F97AFB3B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331" y="1067273"/>
            <a:ext cx="5667398" cy="543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06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3518545C-0710-E796-A774-50C00DEA8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3D600CBF-081A-58BE-15F6-760E46C8F4A5}"/>
              </a:ext>
            </a:extLst>
          </p:cNvPr>
          <p:cNvSpPr txBox="1"/>
          <p:nvPr/>
        </p:nvSpPr>
        <p:spPr>
          <a:xfrm>
            <a:off x="4233458" y="489668"/>
            <a:ext cx="329528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Installation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362;p3">
            <a:extLst>
              <a:ext uri="{FF2B5EF4-FFF2-40B4-BE49-F238E27FC236}">
                <a16:creationId xmlns:a16="http://schemas.microsoft.com/office/drawing/2014/main" id="{91D5732F-BEA1-A1E3-3CE5-D95C0D56CC7C}"/>
              </a:ext>
            </a:extLst>
          </p:cNvPr>
          <p:cNvSpPr/>
          <p:nvPr/>
        </p:nvSpPr>
        <p:spPr>
          <a:xfrm>
            <a:off x="11506200" y="259080"/>
            <a:ext cx="495300" cy="4937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32B8F007-C450-A55E-D150-D745684F19A1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7">
            <a:extLst>
              <a:ext uri="{FF2B5EF4-FFF2-40B4-BE49-F238E27FC236}">
                <a16:creationId xmlns:a16="http://schemas.microsoft.com/office/drawing/2014/main" id="{F64AE57C-DCF7-3BED-7129-C55A24B58C77}"/>
              </a:ext>
            </a:extLst>
          </p:cNvPr>
          <p:cNvSpPr txBox="1"/>
          <p:nvPr/>
        </p:nvSpPr>
        <p:spPr>
          <a:xfrm>
            <a:off x="774488" y="1324280"/>
            <a:ext cx="11123175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 installer Laravel, on utilise Composer.</a:t>
            </a:r>
            <a:endParaRPr lang="fr-FR" kern="0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Lien officiel d’installation :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https://getcomposer.org/download/</a:t>
            </a:r>
            <a:endParaRPr lang="fr-FR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fr-FR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Création du Projet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342900" lvl="0" algn="just" defTabSz="548640">
              <a:buClr>
                <a:srgbClr val="000000"/>
              </a:buClr>
              <a:buSzPts val="1800"/>
              <a:buFont typeface="+mj-lt"/>
              <a:buAutoNum type="arabicPeriod"/>
            </a:pPr>
            <a:endParaRPr lang="fr-FR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algn="just" defTabSz="548640">
              <a:lnSpc>
                <a:spcPct val="150000"/>
              </a:lnSpc>
              <a:buClr>
                <a:srgbClr val="000000"/>
              </a:buClr>
              <a:buSzPts val="1800"/>
              <a:buFont typeface="+mj-lt"/>
              <a:buAutoNum type="arabicPeriod"/>
            </a:pPr>
            <a:endParaRPr lang="fr-FR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 defTabSz="548640">
              <a:lnSpc>
                <a:spcPct val="150000"/>
              </a:lnSpc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fr-FR" b="1" kern="0" dirty="0">
                <a:latin typeface="Times New Roman"/>
                <a:ea typeface="Times New Roman"/>
                <a:cs typeface="Times New Roman"/>
                <a:sym typeface="Times New Roman"/>
              </a:rPr>
              <a:t>Méthode alternative </a:t>
            </a:r>
            <a:r>
              <a:rPr lang="fr-FR" b="1" kern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(Recommandée)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342900" lvl="0" indent="-342900" algn="just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endParaRPr lang="fr-FR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endParaRPr lang="fr-FR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>
              <a:spcAft>
                <a:spcPts val="9"/>
              </a:spcAft>
              <a:buClr>
                <a:srgbClr val="000000"/>
              </a:buClr>
              <a:buSzPts val="1800"/>
            </a:pPr>
            <a:endParaRPr lang="en-US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>
              <a:spcAft>
                <a:spcPts val="9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fr-FR" kern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</a:t>
            </a:r>
            <a:r>
              <a:rPr lang="en-US" kern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ès</a:t>
            </a:r>
            <a:r>
              <a:rPr lang="en-US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 creation du </a:t>
            </a:r>
            <a:r>
              <a:rPr lang="en-US" kern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</a:t>
            </a:r>
            <a:r>
              <a:rPr lang="en-US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 fait </a:t>
            </a:r>
            <a:r>
              <a:rPr lang="en-US" kern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juste</a:t>
            </a:r>
            <a:r>
              <a:rPr lang="en-US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par:</a:t>
            </a:r>
            <a:endParaRPr lang="fr-FR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6444616-1480-4FD7-97D0-ED10FFF5C4DB}"/>
              </a:ext>
            </a:extLst>
          </p:cNvPr>
          <p:cNvGrpSpPr/>
          <p:nvPr/>
        </p:nvGrpSpPr>
        <p:grpSpPr>
          <a:xfrm>
            <a:off x="2336716" y="2902887"/>
            <a:ext cx="7998706" cy="427220"/>
            <a:chOff x="2106102" y="2982037"/>
            <a:chExt cx="7998706" cy="42722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7C50582-7165-E4BF-8BFD-DBA1557DA4B5}"/>
                </a:ext>
              </a:extLst>
            </p:cNvPr>
            <p:cNvSpPr/>
            <p:nvPr/>
          </p:nvSpPr>
          <p:spPr>
            <a:xfrm>
              <a:off x="2106102" y="2982037"/>
              <a:ext cx="7998706" cy="427220"/>
            </a:xfrm>
            <a:prstGeom prst="roundRect">
              <a:avLst/>
            </a:prstGeom>
            <a:solidFill>
              <a:schemeClr val="bg1">
                <a:lumMod val="85000"/>
                <a:alpha val="45000"/>
              </a:schemeClr>
            </a:solidFill>
            <a:ln>
              <a:solidFill>
                <a:schemeClr val="tx2">
                  <a:lumMod val="75000"/>
                  <a:alpha val="74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9C253B4-0B1C-0B16-EEBB-D72A03EC418E}"/>
                </a:ext>
              </a:extLst>
            </p:cNvPr>
            <p:cNvSpPr txBox="1"/>
            <p:nvPr/>
          </p:nvSpPr>
          <p:spPr>
            <a:xfrm>
              <a:off x="2461826" y="3010981"/>
              <a:ext cx="74649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composer </a:t>
              </a:r>
              <a:r>
                <a:rPr lang="fr-FR" kern="0" dirty="0" err="1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create-project</a:t>
              </a:r>
              <a:r>
                <a:rPr lang="fr-FR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 </a:t>
              </a:r>
              <a:r>
                <a:rPr lang="fr-FR" kern="0" dirty="0" err="1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laravel</a:t>
              </a:r>
              <a:r>
                <a:rPr lang="fr-FR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/</a:t>
              </a:r>
              <a:r>
                <a:rPr lang="fr-FR" kern="0" dirty="0" err="1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laravel</a:t>
              </a:r>
              <a:r>
                <a:rPr lang="fr-FR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 nom-du-projet</a:t>
              </a:r>
              <a:endParaRPr lang="en-US" kern="0" dirty="0">
                <a:solidFill>
                  <a:srgbClr val="000000"/>
                </a:solidFill>
                <a:latin typeface="Simplified Arabic Fixed" panose="020F0502020204030204" pitchFamily="49" charset="-78"/>
                <a:cs typeface="Simplified Arabic Fixed" panose="020F0502020204030204" pitchFamily="49" charset="-78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4B10EEC-1A93-531F-7BF1-F92EB30148D5}"/>
              </a:ext>
            </a:extLst>
          </p:cNvPr>
          <p:cNvGrpSpPr/>
          <p:nvPr/>
        </p:nvGrpSpPr>
        <p:grpSpPr>
          <a:xfrm>
            <a:off x="4228374" y="5161762"/>
            <a:ext cx="4215385" cy="427220"/>
            <a:chOff x="3988304" y="5136110"/>
            <a:chExt cx="4215385" cy="42722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92D1D5E-FDC0-C2BC-2F09-E4E4D7A00CC3}"/>
                </a:ext>
              </a:extLst>
            </p:cNvPr>
            <p:cNvSpPr/>
            <p:nvPr/>
          </p:nvSpPr>
          <p:spPr>
            <a:xfrm>
              <a:off x="3988304" y="5136110"/>
              <a:ext cx="4215385" cy="427220"/>
            </a:xfrm>
            <a:prstGeom prst="roundRect">
              <a:avLst/>
            </a:prstGeom>
            <a:solidFill>
              <a:schemeClr val="bg1">
                <a:lumMod val="85000"/>
                <a:alpha val="45000"/>
              </a:schemeClr>
            </a:solidFill>
            <a:ln>
              <a:solidFill>
                <a:schemeClr val="tx2">
                  <a:lumMod val="75000"/>
                  <a:alpha val="74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681741C-38DC-7DED-2705-B781262D2377}"/>
                </a:ext>
              </a:extLst>
            </p:cNvPr>
            <p:cNvSpPr txBox="1"/>
            <p:nvPr/>
          </p:nvSpPr>
          <p:spPr>
            <a:xfrm>
              <a:off x="4281006" y="5167470"/>
              <a:ext cx="36299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kern="0" dirty="0" err="1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laravel</a:t>
              </a:r>
              <a:r>
                <a:rPr lang="fr-FR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 new nom-du-projet</a:t>
              </a:r>
              <a:endParaRPr lang="en-US" kern="0" dirty="0">
                <a:solidFill>
                  <a:srgbClr val="000000"/>
                </a:solidFill>
                <a:latin typeface="Simplified Arabic Fixed" panose="020F0502020204030204" pitchFamily="49" charset="-78"/>
                <a:cs typeface="Simplified Arabic Fixed" panose="020F0502020204030204" pitchFamily="49" charset="-78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0753B4B-86C3-6D00-817A-E48A891C05F3}"/>
              </a:ext>
            </a:extLst>
          </p:cNvPr>
          <p:cNvGrpSpPr/>
          <p:nvPr/>
        </p:nvGrpSpPr>
        <p:grpSpPr>
          <a:xfrm>
            <a:off x="3224372" y="3982172"/>
            <a:ext cx="6223393" cy="427220"/>
            <a:chOff x="2993758" y="4143281"/>
            <a:chExt cx="6223393" cy="42722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9C2BC14-15C7-6D38-E63A-871619821618}"/>
                </a:ext>
              </a:extLst>
            </p:cNvPr>
            <p:cNvSpPr/>
            <p:nvPr/>
          </p:nvSpPr>
          <p:spPr>
            <a:xfrm>
              <a:off x="2993758" y="4143281"/>
              <a:ext cx="6223393" cy="427220"/>
            </a:xfrm>
            <a:prstGeom prst="roundRect">
              <a:avLst/>
            </a:prstGeom>
            <a:solidFill>
              <a:schemeClr val="bg1">
                <a:lumMod val="85000"/>
                <a:alpha val="45000"/>
              </a:schemeClr>
            </a:solidFill>
            <a:ln>
              <a:solidFill>
                <a:schemeClr val="tx2">
                  <a:lumMod val="75000"/>
                  <a:alpha val="74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084D90-C560-9858-498F-25133C7FA1DC}"/>
                </a:ext>
              </a:extLst>
            </p:cNvPr>
            <p:cNvSpPr txBox="1"/>
            <p:nvPr/>
          </p:nvSpPr>
          <p:spPr>
            <a:xfrm>
              <a:off x="3176989" y="4175802"/>
              <a:ext cx="58569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composer global </a:t>
              </a:r>
              <a:r>
                <a:rPr lang="fr-FR" kern="0" dirty="0" err="1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require</a:t>
              </a:r>
              <a:r>
                <a:rPr lang="fr-FR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 </a:t>
              </a:r>
              <a:r>
                <a:rPr lang="fr-FR" kern="0" dirty="0" err="1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laravel</a:t>
              </a:r>
              <a:r>
                <a:rPr lang="fr-FR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/installer</a:t>
              </a:r>
              <a:endParaRPr lang="en-US" kern="0" dirty="0">
                <a:solidFill>
                  <a:srgbClr val="000000"/>
                </a:solidFill>
                <a:latin typeface="Simplified Arabic Fixed" panose="020F0502020204030204" pitchFamily="49" charset="-78"/>
                <a:cs typeface="Simplified Arabic Fixed" panose="020F0502020204030204" pitchFamily="49" charset="-78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531E61E0-A2A0-BE97-40EB-EAF4E82FE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9073" y="4804592"/>
            <a:ext cx="2730964" cy="17013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231017-1802-8350-FF0D-BDAA68157F46}"/>
              </a:ext>
            </a:extLst>
          </p:cNvPr>
          <p:cNvSpPr txBox="1"/>
          <p:nvPr/>
        </p:nvSpPr>
        <p:spPr>
          <a:xfrm>
            <a:off x="11567160" y="352079"/>
            <a:ext cx="431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38992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A950923A-669D-DB23-D51F-C8BCFAA41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F7E24931-8FDB-1D94-3024-20A4DB8B0EAD}"/>
              </a:ext>
            </a:extLst>
          </p:cNvPr>
          <p:cNvSpPr txBox="1"/>
          <p:nvPr/>
        </p:nvSpPr>
        <p:spPr>
          <a:xfrm>
            <a:off x="2843299" y="647838"/>
            <a:ext cx="678715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Configuration &amp; Lancement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">
            <a:extLst>
              <a:ext uri="{FF2B5EF4-FFF2-40B4-BE49-F238E27FC236}">
                <a16:creationId xmlns:a16="http://schemas.microsoft.com/office/drawing/2014/main" id="{F41C92BA-C5EA-CFBD-CEB3-43607B6CCFC6}"/>
              </a:ext>
            </a:extLst>
          </p:cNvPr>
          <p:cNvSpPr txBox="1"/>
          <p:nvPr/>
        </p:nvSpPr>
        <p:spPr>
          <a:xfrm>
            <a:off x="919337" y="1433519"/>
            <a:ext cx="11123175" cy="4108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Clr>
                <a:srgbClr val="000000"/>
              </a:buClr>
              <a:buSzPts val="1800"/>
            </a:pPr>
            <a:endParaRPr lang="fr-FR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just">
              <a:lnSpc>
                <a:spcPct val="150000"/>
              </a:lnSpc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fr-FR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Serveur de développement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intégré, il faut juste démarrer le serveur de base de données.</a:t>
            </a:r>
          </a:p>
          <a:p>
            <a:pPr marL="342900" indent="-342900" algn="just">
              <a:lnSpc>
                <a:spcPct val="150000"/>
              </a:lnSpc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Pour voir toutes les commandes possibles pour créer un model, contrôleur, </a:t>
            </a:r>
            <a:r>
              <a:rPr lang="fr-FR" kern="0" dirty="0" err="1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etc</a:t>
            </a:r>
            <a:r>
              <a:rPr lang="fr-FR" kern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: </a:t>
            </a:r>
          </a:p>
          <a:p>
            <a:pPr marL="342900" indent="-342900" algn="just">
              <a:lnSpc>
                <a:spcPct val="150000"/>
              </a:lnSpc>
              <a:buClr>
                <a:srgbClr val="000000"/>
              </a:buClr>
              <a:buSzPts val="1800"/>
              <a:buFont typeface="+mj-lt"/>
              <a:buAutoNum type="arabicPeriod" startAt="2"/>
            </a:pPr>
            <a:endParaRPr lang="fr-FR" kern="0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  <a:p>
            <a:pPr marL="342900" lvl="0" indent="-342900" algn="just">
              <a:buClr>
                <a:srgbClr val="000000"/>
              </a:buClr>
              <a:buSzPts val="1800"/>
              <a:buFont typeface="+mj-lt"/>
              <a:buAutoNum type="arabicPeriod" startAt="2"/>
            </a:pPr>
            <a:endParaRPr lang="fr-FR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fr-FR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Lancement de l'Application:</a:t>
            </a:r>
            <a:endParaRPr lang="fr-FR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50000"/>
              </a:lnSpc>
              <a:buClr>
                <a:srgbClr val="000000"/>
              </a:buClr>
              <a:buSzPts val="1800"/>
              <a:buFont typeface="+mj-lt"/>
              <a:buAutoNum type="arabicPeriod" startAt="2"/>
            </a:pPr>
            <a:endParaRPr lang="fr-FR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50000"/>
              </a:lnSpc>
              <a:buClr>
                <a:srgbClr val="000000"/>
              </a:buClr>
              <a:buSzPts val="1800"/>
              <a:buFont typeface="+mj-lt"/>
              <a:buAutoNum type="arabicPeriod" startAt="2"/>
            </a:pPr>
            <a:endParaRPr lang="fr-FR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50000"/>
              </a:lnSpc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Accéder à l’application : </a:t>
            </a:r>
            <a:r>
              <a:rPr lang="fr-FR" b="1" kern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http://localhost:8000</a:t>
            </a:r>
            <a:endParaRPr lang="fr-FR" kern="0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  <a:p>
            <a:pPr marL="342900" lvl="0" indent="-342900" algn="just"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endParaRPr lang="fr-FR" kern="0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  <a:p>
            <a:pPr lvl="0" algn="just">
              <a:lnSpc>
                <a:spcPct val="150000"/>
              </a:lnSpc>
              <a:buClr>
                <a:srgbClr val="000000"/>
              </a:buClr>
              <a:buSzPts val="1800"/>
            </a:pPr>
            <a:endParaRPr lang="fr-FR" kern="0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04FB166-9386-E337-3229-FB8FB0B63192}"/>
              </a:ext>
            </a:extLst>
          </p:cNvPr>
          <p:cNvGrpSpPr/>
          <p:nvPr/>
        </p:nvGrpSpPr>
        <p:grpSpPr>
          <a:xfrm>
            <a:off x="11504676" y="245364"/>
            <a:ext cx="495300" cy="493776"/>
            <a:chOff x="11504676" y="245364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5A25AFB7-B439-8979-E4C9-6D8507651B38}"/>
                </a:ext>
              </a:extLst>
            </p:cNvPr>
            <p:cNvSpPr/>
            <p:nvPr/>
          </p:nvSpPr>
          <p:spPr>
            <a:xfrm>
              <a:off x="11504676" y="245364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8728B39-3648-E45C-692D-2DE9A87CCA64}"/>
                </a:ext>
              </a:extLst>
            </p:cNvPr>
            <p:cNvSpPr txBox="1"/>
            <p:nvPr/>
          </p:nvSpPr>
          <p:spPr>
            <a:xfrm>
              <a:off x="11557356" y="340061"/>
              <a:ext cx="3899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15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ACEF5167-D93B-8A3D-3477-A3E8D03CED8D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0D8DA15-2E47-F1A7-DCC7-65CC599AE3DD}"/>
              </a:ext>
            </a:extLst>
          </p:cNvPr>
          <p:cNvGrpSpPr/>
          <p:nvPr/>
        </p:nvGrpSpPr>
        <p:grpSpPr>
          <a:xfrm>
            <a:off x="4698739" y="2774226"/>
            <a:ext cx="2562932" cy="427220"/>
            <a:chOff x="4814533" y="6037694"/>
            <a:chExt cx="2562932" cy="42722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DFF655E-F32E-8544-7C6F-2D366C59033A}"/>
                </a:ext>
              </a:extLst>
            </p:cNvPr>
            <p:cNvSpPr/>
            <p:nvPr/>
          </p:nvSpPr>
          <p:spPr>
            <a:xfrm>
              <a:off x="4814533" y="6037694"/>
              <a:ext cx="2562932" cy="427220"/>
            </a:xfrm>
            <a:prstGeom prst="roundRect">
              <a:avLst/>
            </a:prstGeom>
            <a:solidFill>
              <a:schemeClr val="bg1">
                <a:lumMod val="85000"/>
                <a:alpha val="45000"/>
              </a:schemeClr>
            </a:solidFill>
            <a:ln>
              <a:solidFill>
                <a:schemeClr val="tx2">
                  <a:lumMod val="75000"/>
                  <a:alpha val="74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2FECCD2-C6B0-DFEA-A7D0-595D2B09FC44}"/>
                </a:ext>
              </a:extLst>
            </p:cNvPr>
            <p:cNvSpPr txBox="1"/>
            <p:nvPr/>
          </p:nvSpPr>
          <p:spPr>
            <a:xfrm>
              <a:off x="5266912" y="6066638"/>
              <a:ext cx="1798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kern="0" dirty="0" err="1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php</a:t>
              </a:r>
              <a:r>
                <a:rPr lang="fr-FR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 artisan</a:t>
              </a:r>
              <a:endParaRPr lang="en-US" kern="0" dirty="0">
                <a:solidFill>
                  <a:srgbClr val="000000"/>
                </a:solidFill>
                <a:latin typeface="Simplified Arabic Fixed" panose="020F0502020204030204" pitchFamily="49" charset="-78"/>
                <a:cs typeface="Simplified Arabic Fixed" panose="020F0502020204030204" pitchFamily="49" charset="-78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C388ADC-A113-84B2-6A68-08D5E79462C5}"/>
              </a:ext>
            </a:extLst>
          </p:cNvPr>
          <p:cNvGrpSpPr/>
          <p:nvPr/>
        </p:nvGrpSpPr>
        <p:grpSpPr>
          <a:xfrm>
            <a:off x="4339113" y="3739369"/>
            <a:ext cx="3282185" cy="427220"/>
            <a:chOff x="4133314" y="3215390"/>
            <a:chExt cx="3282185" cy="42722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49BF5A0-0607-89D3-0B26-7D407D36BC53}"/>
                </a:ext>
              </a:extLst>
            </p:cNvPr>
            <p:cNvSpPr/>
            <p:nvPr/>
          </p:nvSpPr>
          <p:spPr>
            <a:xfrm>
              <a:off x="4133314" y="3215390"/>
              <a:ext cx="3282185" cy="427220"/>
            </a:xfrm>
            <a:prstGeom prst="roundRect">
              <a:avLst/>
            </a:prstGeom>
            <a:solidFill>
              <a:schemeClr val="bg1">
                <a:lumMod val="85000"/>
                <a:alpha val="45000"/>
              </a:schemeClr>
            </a:solidFill>
            <a:ln>
              <a:solidFill>
                <a:schemeClr val="tx2">
                  <a:lumMod val="75000"/>
                  <a:alpha val="74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3D5ACE7-C6DA-4B58-6E68-D070E58C533C}"/>
                </a:ext>
              </a:extLst>
            </p:cNvPr>
            <p:cNvSpPr txBox="1"/>
            <p:nvPr/>
          </p:nvSpPr>
          <p:spPr>
            <a:xfrm>
              <a:off x="4492941" y="3244334"/>
              <a:ext cx="2562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kern="0" dirty="0" err="1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php</a:t>
              </a:r>
              <a:r>
                <a:rPr lang="fr-FR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 artisan serve</a:t>
              </a:r>
              <a:endParaRPr lang="en-US" kern="0" dirty="0">
                <a:solidFill>
                  <a:srgbClr val="000000"/>
                </a:solidFill>
                <a:latin typeface="Simplified Arabic Fixed" panose="020F0502020204030204" pitchFamily="49" charset="-78"/>
                <a:cs typeface="Simplified Arabic Fixed" panose="020F0502020204030204" pitchFamily="49" charset="-78"/>
              </a:endParaRPr>
            </a:p>
          </p:txBody>
        </p:sp>
      </p:grpSp>
      <p:pic>
        <p:nvPicPr>
          <p:cNvPr id="2050" name="Picture 2" descr="Installation | Bootcamp | Turbo Laravel">
            <a:extLst>
              <a:ext uri="{FF2B5EF4-FFF2-40B4-BE49-F238E27FC236}">
                <a16:creationId xmlns:a16="http://schemas.microsoft.com/office/drawing/2014/main" id="{9C59FC6B-AC40-206C-25F8-1B3A59603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351" y="4090992"/>
            <a:ext cx="2846312" cy="2305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005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" grpId="0"/>
      <p:bldP spid="45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0">
          <a:extLst>
            <a:ext uri="{FF2B5EF4-FFF2-40B4-BE49-F238E27FC236}">
              <a16:creationId xmlns:a16="http://schemas.microsoft.com/office/drawing/2014/main" id="{DB1B9443-25C6-BCC1-96BB-5004A899D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">
            <a:extLst>
              <a:ext uri="{FF2B5EF4-FFF2-40B4-BE49-F238E27FC236}">
                <a16:creationId xmlns:a16="http://schemas.microsoft.com/office/drawing/2014/main" id="{24CD9143-D4B7-EABE-9E67-1F085A7F35F4}"/>
              </a:ext>
            </a:extLst>
          </p:cNvPr>
          <p:cNvSpPr txBox="1"/>
          <p:nvPr/>
        </p:nvSpPr>
        <p:spPr>
          <a:xfrm>
            <a:off x="3232600" y="2132940"/>
            <a:ext cx="6243037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fr-FR" sz="44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Structure &amp; Architecture</a:t>
            </a:r>
          </a:p>
        </p:txBody>
      </p:sp>
      <p:grpSp>
        <p:nvGrpSpPr>
          <p:cNvPr id="432" name="Google Shape;432;p6">
            <a:extLst>
              <a:ext uri="{FF2B5EF4-FFF2-40B4-BE49-F238E27FC236}">
                <a16:creationId xmlns:a16="http://schemas.microsoft.com/office/drawing/2014/main" id="{E0293C07-9FE9-A094-FF34-1C75AE78153B}"/>
              </a:ext>
            </a:extLst>
          </p:cNvPr>
          <p:cNvGrpSpPr/>
          <p:nvPr/>
        </p:nvGrpSpPr>
        <p:grpSpPr>
          <a:xfrm>
            <a:off x="2" y="6735574"/>
            <a:ext cx="12191998" cy="214750"/>
            <a:chOff x="2" y="2109154"/>
            <a:chExt cx="12191998" cy="214750"/>
          </a:xfrm>
        </p:grpSpPr>
        <p:sp>
          <p:nvSpPr>
            <p:cNvPr id="433" name="Google Shape;433;p6">
              <a:extLst>
                <a:ext uri="{FF2B5EF4-FFF2-40B4-BE49-F238E27FC236}">
                  <a16:creationId xmlns:a16="http://schemas.microsoft.com/office/drawing/2014/main" id="{A85B225F-D166-9CCC-1F4D-687AB8A90FD4}"/>
                </a:ext>
              </a:extLst>
            </p:cNvPr>
            <p:cNvSpPr/>
            <p:nvPr/>
          </p:nvSpPr>
          <p:spPr>
            <a:xfrm rot="-5400000">
              <a:off x="1509451" y="600755"/>
              <a:ext cx="213700" cy="3232598"/>
            </a:xfrm>
            <a:prstGeom prst="rect">
              <a:avLst/>
            </a:prstGeom>
            <a:solidFill>
              <a:srgbClr val="9F22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6">
              <a:extLst>
                <a:ext uri="{FF2B5EF4-FFF2-40B4-BE49-F238E27FC236}">
                  <a16:creationId xmlns:a16="http://schemas.microsoft.com/office/drawing/2014/main" id="{1ABE44B1-C559-2344-327A-3662964C6D9D}"/>
                </a:ext>
              </a:extLst>
            </p:cNvPr>
            <p:cNvSpPr/>
            <p:nvPr/>
          </p:nvSpPr>
          <p:spPr>
            <a:xfrm rot="-5400000">
              <a:off x="4585690" y="756066"/>
              <a:ext cx="191564" cy="2897744"/>
            </a:xfrm>
            <a:prstGeom prst="rect">
              <a:avLst/>
            </a:prstGeom>
            <a:solidFill>
              <a:srgbClr val="99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6">
              <a:extLst>
                <a:ext uri="{FF2B5EF4-FFF2-40B4-BE49-F238E27FC236}">
                  <a16:creationId xmlns:a16="http://schemas.microsoft.com/office/drawing/2014/main" id="{6156D6A1-DBE1-DB3F-3482-C936BEB6BA36}"/>
                </a:ext>
              </a:extLst>
            </p:cNvPr>
            <p:cNvSpPr/>
            <p:nvPr/>
          </p:nvSpPr>
          <p:spPr>
            <a:xfrm rot="-5400000">
              <a:off x="7554267" y="685232"/>
              <a:ext cx="191564" cy="3039410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6">
              <a:extLst>
                <a:ext uri="{FF2B5EF4-FFF2-40B4-BE49-F238E27FC236}">
                  <a16:creationId xmlns:a16="http://schemas.microsoft.com/office/drawing/2014/main" id="{D4382D38-55AE-7860-8688-014512F1379F}"/>
                </a:ext>
              </a:extLst>
            </p:cNvPr>
            <p:cNvSpPr/>
            <p:nvPr/>
          </p:nvSpPr>
          <p:spPr>
            <a:xfrm rot="-5400000">
              <a:off x="10585094" y="693814"/>
              <a:ext cx="191566" cy="3022246"/>
            </a:xfrm>
            <a:prstGeom prst="rect">
              <a:avLst/>
            </a:prstGeom>
            <a:solidFill>
              <a:srgbClr val="9F22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37" name="Google Shape;437;p6">
            <a:extLst>
              <a:ext uri="{FF2B5EF4-FFF2-40B4-BE49-F238E27FC236}">
                <a16:creationId xmlns:a16="http://schemas.microsoft.com/office/drawing/2014/main" id="{96F8061B-FEFA-D81E-9386-3D0ECBD06E8E}"/>
              </a:ext>
            </a:extLst>
          </p:cNvPr>
          <p:cNvCxnSpPr>
            <a:cxnSpLocks/>
          </p:cNvCxnSpPr>
          <p:nvPr/>
        </p:nvCxnSpPr>
        <p:spPr>
          <a:xfrm>
            <a:off x="6137856" y="4177467"/>
            <a:ext cx="1436424" cy="1"/>
          </a:xfrm>
          <a:prstGeom prst="straightConnector1">
            <a:avLst/>
          </a:prstGeom>
          <a:noFill/>
          <a:ln w="15875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8" name="Google Shape;438;p6">
            <a:extLst>
              <a:ext uri="{FF2B5EF4-FFF2-40B4-BE49-F238E27FC236}">
                <a16:creationId xmlns:a16="http://schemas.microsoft.com/office/drawing/2014/main" id="{56D67350-C5D5-D6F0-AD9D-7C0F8C8DAFF3}"/>
              </a:ext>
            </a:extLst>
          </p:cNvPr>
          <p:cNvCxnSpPr/>
          <p:nvPr/>
        </p:nvCxnSpPr>
        <p:spPr>
          <a:xfrm>
            <a:off x="7574280" y="4185501"/>
            <a:ext cx="0" cy="876692"/>
          </a:xfrm>
          <a:prstGeom prst="straightConnector1">
            <a:avLst/>
          </a:prstGeom>
          <a:noFill/>
          <a:ln w="15875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9" name="Google Shape;439;p6">
            <a:extLst>
              <a:ext uri="{FF2B5EF4-FFF2-40B4-BE49-F238E27FC236}">
                <a16:creationId xmlns:a16="http://schemas.microsoft.com/office/drawing/2014/main" id="{2F3C9F4A-5665-8D3F-087A-D0EC9F244356}"/>
              </a:ext>
            </a:extLst>
          </p:cNvPr>
          <p:cNvCxnSpPr/>
          <p:nvPr/>
        </p:nvCxnSpPr>
        <p:spPr>
          <a:xfrm>
            <a:off x="6130344" y="3013656"/>
            <a:ext cx="0" cy="1171845"/>
          </a:xfrm>
          <a:prstGeom prst="straightConnector1">
            <a:avLst/>
          </a:prstGeom>
          <a:noFill/>
          <a:ln w="15875" cap="flat" cmpd="sng">
            <a:solidFill>
              <a:srgbClr val="CC0000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443" name="Google Shape;443;p6">
            <a:extLst>
              <a:ext uri="{FF2B5EF4-FFF2-40B4-BE49-F238E27FC236}">
                <a16:creationId xmlns:a16="http://schemas.microsoft.com/office/drawing/2014/main" id="{6A899E4A-E212-7B09-A500-8067398A2A09}"/>
              </a:ext>
            </a:extLst>
          </p:cNvPr>
          <p:cNvSpPr/>
          <p:nvPr/>
        </p:nvSpPr>
        <p:spPr>
          <a:xfrm rot="-5400000">
            <a:off x="4437109" y="5053708"/>
            <a:ext cx="488731" cy="28977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6">
            <a:extLst>
              <a:ext uri="{FF2B5EF4-FFF2-40B4-BE49-F238E27FC236}">
                <a16:creationId xmlns:a16="http://schemas.microsoft.com/office/drawing/2014/main" id="{0921FCA5-DBEB-FDBA-088C-D9CF6B1D7C49}"/>
              </a:ext>
            </a:extLst>
          </p:cNvPr>
          <p:cNvSpPr/>
          <p:nvPr/>
        </p:nvSpPr>
        <p:spPr>
          <a:xfrm rot="-5400000">
            <a:off x="6753938" y="4331131"/>
            <a:ext cx="1792224" cy="3039408"/>
          </a:xfrm>
          <a:prstGeom prst="rect">
            <a:avLst/>
          </a:prstGeom>
          <a:solidFill>
            <a:srgbClr val="9F22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6">
            <a:extLst>
              <a:ext uri="{FF2B5EF4-FFF2-40B4-BE49-F238E27FC236}">
                <a16:creationId xmlns:a16="http://schemas.microsoft.com/office/drawing/2014/main" id="{1A8B8B55-94E0-D42F-5EBB-5D83CF7CF440}"/>
              </a:ext>
            </a:extLst>
          </p:cNvPr>
          <p:cNvSpPr/>
          <p:nvPr/>
        </p:nvSpPr>
        <p:spPr>
          <a:xfrm rot="-5400000">
            <a:off x="10427932" y="4982879"/>
            <a:ext cx="488728" cy="30394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ABBE112-A093-B008-ED48-7844823FD424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E564F1E0-54E3-17C4-4DE3-976050E17407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FDDF776-D26C-0E4D-0D34-EF031F346140}"/>
                </a:ext>
              </a:extLst>
            </p:cNvPr>
            <p:cNvSpPr txBox="1"/>
            <p:nvPr/>
          </p:nvSpPr>
          <p:spPr>
            <a:xfrm>
              <a:off x="11587480" y="352079"/>
              <a:ext cx="3657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16</a:t>
              </a:r>
            </a:p>
          </p:txBody>
        </p:sp>
      </p:grpSp>
      <p:sp>
        <p:nvSpPr>
          <p:cNvPr id="6" name="Google Shape;384;p3">
            <a:extLst>
              <a:ext uri="{FF2B5EF4-FFF2-40B4-BE49-F238E27FC236}">
                <a16:creationId xmlns:a16="http://schemas.microsoft.com/office/drawing/2014/main" id="{80528A75-F985-98B6-2032-66E0C5DFD182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601;p25">
            <a:extLst>
              <a:ext uri="{FF2B5EF4-FFF2-40B4-BE49-F238E27FC236}">
                <a16:creationId xmlns:a16="http://schemas.microsoft.com/office/drawing/2014/main" id="{581FB57A-A7FB-F6C8-1C84-52420C701725}"/>
              </a:ext>
            </a:extLst>
          </p:cNvPr>
          <p:cNvSpPr/>
          <p:nvPr/>
        </p:nvSpPr>
        <p:spPr>
          <a:xfrm rot="16200000">
            <a:off x="1316410" y="4941806"/>
            <a:ext cx="599782" cy="3232601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A2EF80-E166-EB20-37F6-6B3918E10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888" y="5129922"/>
            <a:ext cx="1502469" cy="144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571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1CEB2670-E04A-A09B-87C2-16BC2F047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482B5156-0500-B15A-3DE1-FBBE6A7BAAF5}"/>
              </a:ext>
            </a:extLst>
          </p:cNvPr>
          <p:cNvSpPr txBox="1"/>
          <p:nvPr/>
        </p:nvSpPr>
        <p:spPr>
          <a:xfrm>
            <a:off x="2865320" y="540790"/>
            <a:ext cx="680859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Architecture des Dossiers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">
            <a:extLst>
              <a:ext uri="{FF2B5EF4-FFF2-40B4-BE49-F238E27FC236}">
                <a16:creationId xmlns:a16="http://schemas.microsoft.com/office/drawing/2014/main" id="{75E33DF6-092D-C35C-2B80-24688F476136}"/>
              </a:ext>
            </a:extLst>
          </p:cNvPr>
          <p:cNvSpPr txBox="1"/>
          <p:nvPr/>
        </p:nvSpPr>
        <p:spPr>
          <a:xfrm>
            <a:off x="579241" y="1654435"/>
            <a:ext cx="10263496" cy="466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📂 app/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contient la logique de l’application (modèles et contrôleurs).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📂 </a:t>
            </a:r>
            <a:r>
              <a:rPr lang="fr-FR" kern="0" dirty="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routes/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gère les routes de l’application via </a:t>
            </a:r>
            <a:r>
              <a:rPr lang="fr-FR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web.php</a:t>
            </a: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📂 </a:t>
            </a:r>
            <a:r>
              <a:rPr lang="fr-FR" kern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resources</a:t>
            </a:r>
            <a:r>
              <a:rPr lang="fr-FR" kern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: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contient les vues Blade et les fichiers </a:t>
            </a:r>
            <a:r>
              <a:rPr lang="fr-FR" kern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front-end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📂 </a:t>
            </a:r>
            <a:r>
              <a:rPr lang="fr-FR" kern="0" dirty="0">
                <a:solidFill>
                  <a:srgbClr val="DAA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public/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point d’entrée accessible au navigateur, le point d'entrée central qui intercepte toutes les requêtes et configure l'</a:t>
            </a:r>
            <a:r>
              <a:rPr lang="fr-FR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autoloading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. C’est ici que sont hébergés nos actifs statiques (images, CSS, JS) ainsi que le fichier </a:t>
            </a:r>
            <a:r>
              <a:rPr lang="fr-FR" b="1" kern="0" dirty="0">
                <a:latin typeface="Times New Roman"/>
                <a:ea typeface="Times New Roman"/>
                <a:cs typeface="Times New Roman"/>
                <a:sym typeface="Times New Roman"/>
              </a:rPr>
              <a:t>robots.txt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📂 </a:t>
            </a:r>
            <a:r>
              <a:rPr lang="fr-FR" kern="0" dirty="0" err="1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r>
              <a:rPr lang="fr-FR" kern="0" dirty="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gère les migrations et les données de test (Migrations, </a:t>
            </a:r>
            <a:r>
              <a:rPr lang="fr-FR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Factories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, Seeders)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📂 </a:t>
            </a:r>
            <a:r>
              <a:rPr lang="fr-FR" kern="0" dirty="0" err="1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</a:t>
            </a:r>
            <a:r>
              <a:rPr lang="fr-FR" kern="0" dirty="0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Le dossier où Laravel écrit ses propres fichiers. Il contient les "Logs" (fichiers d'erreurs), le cache de nos vues Blade, et les fichiers uploadés par les utilisateurs.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E31AA36-932C-AAF7-A5F0-CF45461D78A5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66066787-B52D-FBEB-E5AD-0E01FDD4758F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CCC1548-C641-4958-9392-64BED0BC4D0B}"/>
                </a:ext>
              </a:extLst>
            </p:cNvPr>
            <p:cNvSpPr txBox="1"/>
            <p:nvPr/>
          </p:nvSpPr>
          <p:spPr>
            <a:xfrm>
              <a:off x="11562080" y="352079"/>
              <a:ext cx="3860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17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E76C12A1-6198-8BAD-CA8C-D9AD9E2CEAFD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3539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227E1D18-2D79-C2BF-9F05-76B04E878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">
            <a:extLst>
              <a:ext uri="{FF2B5EF4-FFF2-40B4-BE49-F238E27FC236}">
                <a16:creationId xmlns:a16="http://schemas.microsoft.com/office/drawing/2014/main" id="{B294CDA4-12D3-03A7-105B-E7ACFBFC80CA}"/>
              </a:ext>
            </a:extLst>
          </p:cNvPr>
          <p:cNvSpPr txBox="1"/>
          <p:nvPr/>
        </p:nvSpPr>
        <p:spPr>
          <a:xfrm>
            <a:off x="547616" y="1526268"/>
            <a:ext cx="10958584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📂 </a:t>
            </a:r>
            <a:r>
              <a:rPr lang="fr-FR" kern="0" dirty="0" err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</a:t>
            </a:r>
            <a:r>
              <a:rPr lang="fr-FR" kern="0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contient le fichier </a:t>
            </a:r>
            <a:r>
              <a:rPr lang="fr-FR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app.php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qui initialise et démarre le </a:t>
            </a:r>
            <a:r>
              <a:rPr lang="fr-FR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framework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DAA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📂 </a:t>
            </a:r>
            <a:r>
              <a:rPr lang="fr-FR" kern="0" dirty="0">
                <a:solidFill>
                  <a:srgbClr val="DAA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config/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contient la configuration du projet. 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📂  </a:t>
            </a:r>
            <a:r>
              <a:rPr lang="fr-FR" kern="0" dirty="0" err="1">
                <a:solidFill>
                  <a:srgbClr val="DAA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vendor</a:t>
            </a:r>
            <a:r>
              <a:rPr lang="fr-FR" kern="0" dirty="0">
                <a:solidFill>
                  <a:srgbClr val="DAA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dépendances installées par Composer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📂 </a:t>
            </a:r>
            <a:r>
              <a:rPr lang="fr-FR" kern="0" dirty="0">
                <a:solidFill>
                  <a:srgbClr val="DAA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tests/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dédié aux tests automatisés (via </a:t>
            </a:r>
            <a:r>
              <a:rPr lang="fr-FR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PHPUnit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ou Pest).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DA2E0C-CE98-DF21-F08F-D460250C9DFC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A75A7C5E-36CF-88D6-DBE6-E3CDDCFFA505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8B0A36F-D9F4-17C1-4412-1696E02E80E4}"/>
                </a:ext>
              </a:extLst>
            </p:cNvPr>
            <p:cNvSpPr txBox="1"/>
            <p:nvPr/>
          </p:nvSpPr>
          <p:spPr>
            <a:xfrm>
              <a:off x="11582400" y="352079"/>
              <a:ext cx="417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18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2599BA6E-DF1F-4DD0-5DCC-327B3BFA0C53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BFCC40-A3B1-D696-A59D-E0DECED01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424" y="3017987"/>
            <a:ext cx="4545750" cy="34879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Google Shape;450;p7">
            <a:extLst>
              <a:ext uri="{FF2B5EF4-FFF2-40B4-BE49-F238E27FC236}">
                <a16:creationId xmlns:a16="http://schemas.microsoft.com/office/drawing/2014/main" id="{90A81639-B333-9087-C9E0-294829770A5D}"/>
              </a:ext>
            </a:extLst>
          </p:cNvPr>
          <p:cNvSpPr txBox="1"/>
          <p:nvPr/>
        </p:nvSpPr>
        <p:spPr>
          <a:xfrm>
            <a:off x="2865320" y="540790"/>
            <a:ext cx="680859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Architecture des Dossiers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862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CDED022C-4599-79ED-1BFB-2DDB7E5CE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">
            <a:extLst>
              <a:ext uri="{FF2B5EF4-FFF2-40B4-BE49-F238E27FC236}">
                <a16:creationId xmlns:a16="http://schemas.microsoft.com/office/drawing/2014/main" id="{D8FCCC33-4305-BC60-DA0D-028DB3E07937}"/>
              </a:ext>
            </a:extLst>
          </p:cNvPr>
          <p:cNvSpPr txBox="1"/>
          <p:nvPr/>
        </p:nvSpPr>
        <p:spPr>
          <a:xfrm>
            <a:off x="547616" y="1454809"/>
            <a:ext cx="10958584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fr-FR" kern="0" dirty="0" err="1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</a:t>
            </a:r>
            <a:r>
              <a:rPr lang="fr-FR" kern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fichier de configuration contenant les variables sensibles (base de données, mot de passe…)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artisan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outil en ligne de commande pour exécuter des tâches </a:t>
            </a:r>
            <a:r>
              <a:rPr lang="fr-FR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Laravel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 err="1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composer.json</a:t>
            </a:r>
            <a:r>
              <a:rPr lang="fr-FR" kern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C'est le fichier qui liste toutes les bibliothèques PHP externes dont </a:t>
            </a:r>
            <a:r>
              <a:rPr lang="fr-FR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Laravel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a besoin pour fonctionner.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fr-FR" kern="0" dirty="0" err="1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gitignore</a:t>
            </a:r>
            <a:r>
              <a:rPr lang="fr-FR" kern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fichiers ignorés par Git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633334-1697-4C15-30F5-41A6AC74D586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4CE5C224-2D8D-CB6C-EC35-AA1EE5A8E7DD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0C0BD8F-AD1C-1F4B-0158-AC4EB541C5C6}"/>
                </a:ext>
              </a:extLst>
            </p:cNvPr>
            <p:cNvSpPr txBox="1"/>
            <p:nvPr/>
          </p:nvSpPr>
          <p:spPr>
            <a:xfrm>
              <a:off x="11567160" y="352079"/>
              <a:ext cx="391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19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50ECC90A-8FE4-35DA-EFB8-460845C4593D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51C50F-E19F-29B4-AE24-4E83F85A0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309" y="3035482"/>
            <a:ext cx="3815964" cy="32817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Google Shape;450;p7">
            <a:extLst>
              <a:ext uri="{FF2B5EF4-FFF2-40B4-BE49-F238E27FC236}">
                <a16:creationId xmlns:a16="http://schemas.microsoft.com/office/drawing/2014/main" id="{3B8BC5FC-DF59-F84C-1D9E-C3DD86444CF0}"/>
              </a:ext>
            </a:extLst>
          </p:cNvPr>
          <p:cNvSpPr txBox="1"/>
          <p:nvPr/>
        </p:nvSpPr>
        <p:spPr>
          <a:xfrm>
            <a:off x="2865320" y="540790"/>
            <a:ext cx="680859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Fichiers Racines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72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0">
          <a:extLst>
            <a:ext uri="{FF2B5EF4-FFF2-40B4-BE49-F238E27FC236}">
              <a16:creationId xmlns:a16="http://schemas.microsoft.com/office/drawing/2014/main" id="{32904162-5E8C-8C1E-821B-CBD49C9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">
            <a:extLst>
              <a:ext uri="{FF2B5EF4-FFF2-40B4-BE49-F238E27FC236}">
                <a16:creationId xmlns:a16="http://schemas.microsoft.com/office/drawing/2014/main" id="{760F8988-78E1-EF18-73A2-8043793EB487}"/>
              </a:ext>
            </a:extLst>
          </p:cNvPr>
          <p:cNvSpPr txBox="1"/>
          <p:nvPr/>
        </p:nvSpPr>
        <p:spPr>
          <a:xfrm>
            <a:off x="2369132" y="2127415"/>
            <a:ext cx="752242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fr-FR" sz="44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Développement avec </a:t>
            </a:r>
            <a:r>
              <a:rPr lang="fr-FR" sz="4400" kern="0" dirty="0" err="1">
                <a:solidFill>
                  <a:srgbClr val="7F7F7F"/>
                </a:solidFill>
                <a:ea typeface="Arial"/>
                <a:cs typeface="Arial"/>
                <a:sym typeface="Arial"/>
              </a:rPr>
              <a:t>Laravel</a:t>
            </a:r>
            <a:endParaRPr lang="fr-FR" sz="4400" kern="0" dirty="0">
              <a:solidFill>
                <a:srgbClr val="7F7F7F"/>
              </a:solidFill>
              <a:ea typeface="Arial"/>
              <a:cs typeface="Arial"/>
              <a:sym typeface="Arial"/>
            </a:endParaRPr>
          </a:p>
        </p:txBody>
      </p:sp>
      <p:grpSp>
        <p:nvGrpSpPr>
          <p:cNvPr id="432" name="Google Shape;432;p6">
            <a:extLst>
              <a:ext uri="{FF2B5EF4-FFF2-40B4-BE49-F238E27FC236}">
                <a16:creationId xmlns:a16="http://schemas.microsoft.com/office/drawing/2014/main" id="{3A540557-EE51-CFAF-9ACD-82FFB7A1F7E0}"/>
              </a:ext>
            </a:extLst>
          </p:cNvPr>
          <p:cNvGrpSpPr/>
          <p:nvPr/>
        </p:nvGrpSpPr>
        <p:grpSpPr>
          <a:xfrm>
            <a:off x="2" y="6735574"/>
            <a:ext cx="12191998" cy="214750"/>
            <a:chOff x="2" y="2109154"/>
            <a:chExt cx="12191998" cy="214750"/>
          </a:xfrm>
        </p:grpSpPr>
        <p:sp>
          <p:nvSpPr>
            <p:cNvPr id="433" name="Google Shape;433;p6">
              <a:extLst>
                <a:ext uri="{FF2B5EF4-FFF2-40B4-BE49-F238E27FC236}">
                  <a16:creationId xmlns:a16="http://schemas.microsoft.com/office/drawing/2014/main" id="{14B383FE-8A0B-22CE-8FA7-539080AE090C}"/>
                </a:ext>
              </a:extLst>
            </p:cNvPr>
            <p:cNvSpPr/>
            <p:nvPr/>
          </p:nvSpPr>
          <p:spPr>
            <a:xfrm rot="-5400000">
              <a:off x="1509451" y="600755"/>
              <a:ext cx="213700" cy="3232598"/>
            </a:xfrm>
            <a:prstGeom prst="rect">
              <a:avLst/>
            </a:prstGeom>
            <a:solidFill>
              <a:srgbClr val="9F22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6">
              <a:extLst>
                <a:ext uri="{FF2B5EF4-FFF2-40B4-BE49-F238E27FC236}">
                  <a16:creationId xmlns:a16="http://schemas.microsoft.com/office/drawing/2014/main" id="{7A723D45-9A3C-9A38-31B1-E0EE8D11266B}"/>
                </a:ext>
              </a:extLst>
            </p:cNvPr>
            <p:cNvSpPr/>
            <p:nvPr/>
          </p:nvSpPr>
          <p:spPr>
            <a:xfrm rot="-5400000">
              <a:off x="4585690" y="756066"/>
              <a:ext cx="191564" cy="2897744"/>
            </a:xfrm>
            <a:prstGeom prst="rect">
              <a:avLst/>
            </a:prstGeom>
            <a:solidFill>
              <a:srgbClr val="99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6">
              <a:extLst>
                <a:ext uri="{FF2B5EF4-FFF2-40B4-BE49-F238E27FC236}">
                  <a16:creationId xmlns:a16="http://schemas.microsoft.com/office/drawing/2014/main" id="{D02625E4-2172-8000-FD68-B6BB34B9E37E}"/>
                </a:ext>
              </a:extLst>
            </p:cNvPr>
            <p:cNvSpPr/>
            <p:nvPr/>
          </p:nvSpPr>
          <p:spPr>
            <a:xfrm rot="-5400000">
              <a:off x="7554267" y="685232"/>
              <a:ext cx="191564" cy="3039410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6">
              <a:extLst>
                <a:ext uri="{FF2B5EF4-FFF2-40B4-BE49-F238E27FC236}">
                  <a16:creationId xmlns:a16="http://schemas.microsoft.com/office/drawing/2014/main" id="{983063A6-D66A-D47D-317D-6611F3297DA2}"/>
                </a:ext>
              </a:extLst>
            </p:cNvPr>
            <p:cNvSpPr/>
            <p:nvPr/>
          </p:nvSpPr>
          <p:spPr>
            <a:xfrm rot="-5400000">
              <a:off x="10585094" y="693814"/>
              <a:ext cx="191566" cy="3022246"/>
            </a:xfrm>
            <a:prstGeom prst="rect">
              <a:avLst/>
            </a:prstGeom>
            <a:solidFill>
              <a:srgbClr val="9F22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37" name="Google Shape;437;p6">
            <a:extLst>
              <a:ext uri="{FF2B5EF4-FFF2-40B4-BE49-F238E27FC236}">
                <a16:creationId xmlns:a16="http://schemas.microsoft.com/office/drawing/2014/main" id="{4D4AAFBE-F172-F467-404F-5D30D7EC6FA6}"/>
              </a:ext>
            </a:extLst>
          </p:cNvPr>
          <p:cNvCxnSpPr>
            <a:cxnSpLocks/>
          </p:cNvCxnSpPr>
          <p:nvPr/>
        </p:nvCxnSpPr>
        <p:spPr>
          <a:xfrm>
            <a:off x="6130343" y="4185499"/>
            <a:ext cx="1436424" cy="1"/>
          </a:xfrm>
          <a:prstGeom prst="straightConnector1">
            <a:avLst/>
          </a:prstGeom>
          <a:noFill/>
          <a:ln w="15875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8" name="Google Shape;438;p6">
            <a:extLst>
              <a:ext uri="{FF2B5EF4-FFF2-40B4-BE49-F238E27FC236}">
                <a16:creationId xmlns:a16="http://schemas.microsoft.com/office/drawing/2014/main" id="{CBE98468-BDE6-EC80-673A-FA233A5705F0}"/>
              </a:ext>
            </a:extLst>
          </p:cNvPr>
          <p:cNvCxnSpPr/>
          <p:nvPr/>
        </p:nvCxnSpPr>
        <p:spPr>
          <a:xfrm>
            <a:off x="7566767" y="4185499"/>
            <a:ext cx="0" cy="876692"/>
          </a:xfrm>
          <a:prstGeom prst="straightConnector1">
            <a:avLst/>
          </a:prstGeom>
          <a:noFill/>
          <a:ln w="15875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9" name="Google Shape;439;p6">
            <a:extLst>
              <a:ext uri="{FF2B5EF4-FFF2-40B4-BE49-F238E27FC236}">
                <a16:creationId xmlns:a16="http://schemas.microsoft.com/office/drawing/2014/main" id="{1AA8AEBA-58E4-E6A2-B20A-6156ABD9F214}"/>
              </a:ext>
            </a:extLst>
          </p:cNvPr>
          <p:cNvCxnSpPr/>
          <p:nvPr/>
        </p:nvCxnSpPr>
        <p:spPr>
          <a:xfrm>
            <a:off x="6130344" y="3013656"/>
            <a:ext cx="0" cy="1171845"/>
          </a:xfrm>
          <a:prstGeom prst="straightConnector1">
            <a:avLst/>
          </a:prstGeom>
          <a:noFill/>
          <a:ln w="15875" cap="flat" cmpd="sng">
            <a:solidFill>
              <a:srgbClr val="CC0000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443" name="Google Shape;443;p6">
            <a:extLst>
              <a:ext uri="{FF2B5EF4-FFF2-40B4-BE49-F238E27FC236}">
                <a16:creationId xmlns:a16="http://schemas.microsoft.com/office/drawing/2014/main" id="{F32B1EB8-F530-C080-BA8F-E45603DCD5B5}"/>
              </a:ext>
            </a:extLst>
          </p:cNvPr>
          <p:cNvSpPr/>
          <p:nvPr/>
        </p:nvSpPr>
        <p:spPr>
          <a:xfrm rot="-5400000">
            <a:off x="4437109" y="5053708"/>
            <a:ext cx="488731" cy="28977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6">
            <a:extLst>
              <a:ext uri="{FF2B5EF4-FFF2-40B4-BE49-F238E27FC236}">
                <a16:creationId xmlns:a16="http://schemas.microsoft.com/office/drawing/2014/main" id="{39C599A7-827B-9DBB-25BB-A4551BFF805F}"/>
              </a:ext>
            </a:extLst>
          </p:cNvPr>
          <p:cNvSpPr/>
          <p:nvPr/>
        </p:nvSpPr>
        <p:spPr>
          <a:xfrm rot="-5400000">
            <a:off x="6807672" y="4384865"/>
            <a:ext cx="1684756" cy="3039408"/>
          </a:xfrm>
          <a:prstGeom prst="rect">
            <a:avLst/>
          </a:prstGeom>
          <a:solidFill>
            <a:srgbClr val="9F22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6">
            <a:extLst>
              <a:ext uri="{FF2B5EF4-FFF2-40B4-BE49-F238E27FC236}">
                <a16:creationId xmlns:a16="http://schemas.microsoft.com/office/drawing/2014/main" id="{0392D070-0F50-26F3-1793-FA6427A9199D}"/>
              </a:ext>
            </a:extLst>
          </p:cNvPr>
          <p:cNvSpPr/>
          <p:nvPr/>
        </p:nvSpPr>
        <p:spPr>
          <a:xfrm rot="-5400000">
            <a:off x="10427932" y="4982879"/>
            <a:ext cx="488728" cy="30394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172475-63C1-7484-6161-2FC4F994C981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0D4CEB7E-0CE2-85E1-2EAE-6D0A5309482A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5C1AA86-B8F2-DFB2-B4B0-8BB2C47E0744}"/>
                </a:ext>
              </a:extLst>
            </p:cNvPr>
            <p:cNvSpPr txBox="1"/>
            <p:nvPr/>
          </p:nvSpPr>
          <p:spPr>
            <a:xfrm>
              <a:off x="11587480" y="352079"/>
              <a:ext cx="3657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</a:t>
              </a:r>
            </a:p>
          </p:txBody>
        </p:sp>
      </p:grpSp>
      <p:sp>
        <p:nvSpPr>
          <p:cNvPr id="6" name="Google Shape;384;p3">
            <a:extLst>
              <a:ext uri="{FF2B5EF4-FFF2-40B4-BE49-F238E27FC236}">
                <a16:creationId xmlns:a16="http://schemas.microsoft.com/office/drawing/2014/main" id="{44D100B9-FB54-1619-1093-8BDDC3F5B5D1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601;p25">
            <a:extLst>
              <a:ext uri="{FF2B5EF4-FFF2-40B4-BE49-F238E27FC236}">
                <a16:creationId xmlns:a16="http://schemas.microsoft.com/office/drawing/2014/main" id="{A8BA2CC4-8DC3-6973-EB87-1385128AD5DE}"/>
              </a:ext>
            </a:extLst>
          </p:cNvPr>
          <p:cNvSpPr/>
          <p:nvPr/>
        </p:nvSpPr>
        <p:spPr>
          <a:xfrm rot="16200000">
            <a:off x="1316410" y="4941806"/>
            <a:ext cx="599782" cy="3232601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B93DEB-E60D-5A2F-4740-DC65A854F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556" r="50000"/>
          <a:stretch>
            <a:fillRect/>
          </a:stretch>
        </p:blipFill>
        <p:spPr>
          <a:xfrm>
            <a:off x="6687828" y="5039005"/>
            <a:ext cx="1902558" cy="188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309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651FC7EF-B4FD-8326-6DD8-021D59867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7057E926-DFA6-8AF3-90E1-D8C82182D561}"/>
              </a:ext>
            </a:extLst>
          </p:cNvPr>
          <p:cNvSpPr txBox="1"/>
          <p:nvPr/>
        </p:nvSpPr>
        <p:spPr>
          <a:xfrm>
            <a:off x="1393573" y="505967"/>
            <a:ext cx="94048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 err="1">
                <a:solidFill>
                  <a:srgbClr val="7F7F7F"/>
                </a:solidFill>
                <a:ea typeface="Arial"/>
                <a:cs typeface="Arial"/>
                <a:sym typeface="Arial"/>
              </a:rPr>
              <a:t>Illuminate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4984C0-0F71-7D3F-3FE1-CE2913376E3E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894967FF-BCFA-F97A-0E88-33E1D62214D1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69A8A5E-9FD9-F605-CDB4-9782C9F88553}"/>
                </a:ext>
              </a:extLst>
            </p:cNvPr>
            <p:cNvSpPr txBox="1"/>
            <p:nvPr/>
          </p:nvSpPr>
          <p:spPr>
            <a:xfrm>
              <a:off x="11572240" y="352079"/>
              <a:ext cx="4277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21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97245BB2-6C81-E79E-BF51-69BB642EADC0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CBCC37-B919-C595-F701-D68C429F11CA}"/>
              </a:ext>
            </a:extLst>
          </p:cNvPr>
          <p:cNvGrpSpPr/>
          <p:nvPr/>
        </p:nvGrpSpPr>
        <p:grpSpPr>
          <a:xfrm>
            <a:off x="2746055" y="2835440"/>
            <a:ext cx="6699881" cy="427220"/>
            <a:chOff x="2664132" y="3497943"/>
            <a:chExt cx="6699881" cy="42722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B99F216-DD27-F58E-FA86-E774CE767110}"/>
                </a:ext>
              </a:extLst>
            </p:cNvPr>
            <p:cNvSpPr/>
            <p:nvPr/>
          </p:nvSpPr>
          <p:spPr>
            <a:xfrm>
              <a:off x="2664132" y="3497943"/>
              <a:ext cx="6699881" cy="427220"/>
            </a:xfrm>
            <a:prstGeom prst="roundRect">
              <a:avLst/>
            </a:prstGeom>
            <a:solidFill>
              <a:schemeClr val="bg1">
                <a:lumMod val="85000"/>
                <a:alpha val="45000"/>
              </a:schemeClr>
            </a:solidFill>
            <a:ln>
              <a:solidFill>
                <a:schemeClr val="tx2">
                  <a:lumMod val="75000"/>
                  <a:alpha val="74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3E8200-8FD6-D9B2-DE77-1A2E5D1E0B5A}"/>
                </a:ext>
              </a:extLst>
            </p:cNvPr>
            <p:cNvSpPr txBox="1"/>
            <p:nvPr/>
          </p:nvSpPr>
          <p:spPr>
            <a:xfrm>
              <a:off x="3224505" y="3544836"/>
              <a:ext cx="57429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use </a:t>
              </a:r>
              <a:r>
                <a:rPr lang="fr-FR" kern="0" dirty="0" err="1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Illuminate</a:t>
              </a:r>
              <a:r>
                <a:rPr lang="fr-FR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\</a:t>
              </a:r>
              <a:r>
                <a:rPr lang="fr-FR" kern="0" dirty="0" err="1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Database</a:t>
              </a:r>
              <a:r>
                <a:rPr lang="fr-FR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\Eloquent\Model;</a:t>
              </a:r>
              <a:endParaRPr lang="en-US" kern="0" dirty="0">
                <a:solidFill>
                  <a:srgbClr val="000000"/>
                </a:solidFill>
                <a:latin typeface="Simplified Arabic Fixed" panose="020F0502020204030204" pitchFamily="49" charset="-78"/>
                <a:cs typeface="Simplified Arabic Fixed" panose="020F0502020204030204" pitchFamily="49" charset="-78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6A1BF04-8FD0-0547-67FA-1D6F2CAFFDF6}"/>
              </a:ext>
            </a:extLst>
          </p:cNvPr>
          <p:cNvGrpSpPr/>
          <p:nvPr/>
        </p:nvGrpSpPr>
        <p:grpSpPr>
          <a:xfrm>
            <a:off x="1270720" y="4259342"/>
            <a:ext cx="3686625" cy="427220"/>
            <a:chOff x="2664132" y="3497943"/>
            <a:chExt cx="6699881" cy="42722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3CA4773-2C3C-404A-89B7-34A6D6F66E33}"/>
                </a:ext>
              </a:extLst>
            </p:cNvPr>
            <p:cNvSpPr/>
            <p:nvPr/>
          </p:nvSpPr>
          <p:spPr>
            <a:xfrm>
              <a:off x="2664132" y="3497943"/>
              <a:ext cx="6699881" cy="427220"/>
            </a:xfrm>
            <a:prstGeom prst="roundRect">
              <a:avLst/>
            </a:prstGeom>
            <a:solidFill>
              <a:schemeClr val="bg1">
                <a:lumMod val="85000"/>
                <a:alpha val="45000"/>
              </a:schemeClr>
            </a:solidFill>
            <a:ln>
              <a:solidFill>
                <a:schemeClr val="tx2">
                  <a:lumMod val="75000"/>
                  <a:alpha val="74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B9A594-4B27-F998-6FFB-1335BE9D0BE0}"/>
                </a:ext>
              </a:extLst>
            </p:cNvPr>
            <p:cNvSpPr txBox="1"/>
            <p:nvPr/>
          </p:nvSpPr>
          <p:spPr>
            <a:xfrm>
              <a:off x="3224505" y="3544836"/>
              <a:ext cx="57429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$films = Film::all();</a:t>
              </a:r>
              <a:endParaRPr lang="en-US" kern="0" dirty="0">
                <a:solidFill>
                  <a:srgbClr val="000000"/>
                </a:solidFill>
                <a:latin typeface="Simplified Arabic Fixed" panose="020F0502020204030204" pitchFamily="49" charset="-78"/>
                <a:cs typeface="Simplified Arabic Fixed" panose="020F0502020204030204" pitchFamily="49" charset="-78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D1A28FF-4ADF-74AE-CF62-9E3D655ECBC9}"/>
              </a:ext>
            </a:extLst>
          </p:cNvPr>
          <p:cNvGrpSpPr/>
          <p:nvPr/>
        </p:nvGrpSpPr>
        <p:grpSpPr>
          <a:xfrm>
            <a:off x="6893589" y="4230398"/>
            <a:ext cx="3610922" cy="427220"/>
            <a:chOff x="2664132" y="3497943"/>
            <a:chExt cx="6699881" cy="42722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070561C-23C0-E5CF-56BD-B9B5EB44DE3B}"/>
                </a:ext>
              </a:extLst>
            </p:cNvPr>
            <p:cNvSpPr/>
            <p:nvPr/>
          </p:nvSpPr>
          <p:spPr>
            <a:xfrm>
              <a:off x="2664132" y="3497943"/>
              <a:ext cx="6699881" cy="427220"/>
            </a:xfrm>
            <a:prstGeom prst="roundRect">
              <a:avLst/>
            </a:prstGeom>
            <a:solidFill>
              <a:schemeClr val="bg1">
                <a:lumMod val="85000"/>
                <a:alpha val="45000"/>
              </a:schemeClr>
            </a:solidFill>
            <a:ln>
              <a:solidFill>
                <a:schemeClr val="tx2">
                  <a:lumMod val="75000"/>
                  <a:alpha val="74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613990-132B-D8C7-2C3F-A4A0F386E6F1}"/>
                </a:ext>
              </a:extLst>
            </p:cNvPr>
            <p:cNvSpPr txBox="1"/>
            <p:nvPr/>
          </p:nvSpPr>
          <p:spPr>
            <a:xfrm>
              <a:off x="3224505" y="3544836"/>
              <a:ext cx="57429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SELECT * FROM films;</a:t>
              </a:r>
              <a:endParaRPr lang="en-US" kern="0" dirty="0">
                <a:solidFill>
                  <a:srgbClr val="000000"/>
                </a:solidFill>
                <a:latin typeface="Simplified Arabic Fixed" panose="020F0502020204030204" pitchFamily="49" charset="-78"/>
                <a:cs typeface="Simplified Arabic Fixed" panose="020F0502020204030204" pitchFamily="49" charset="-78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CEED746-BDC2-1BF7-337D-9414DE42D727}"/>
              </a:ext>
            </a:extLst>
          </p:cNvPr>
          <p:cNvSpPr txBox="1"/>
          <p:nvPr/>
        </p:nvSpPr>
        <p:spPr>
          <a:xfrm>
            <a:off x="5265692" y="4259342"/>
            <a:ext cx="2214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dirty="0" err="1">
                <a:latin typeface="Times New Roman"/>
                <a:cs typeface="Times New Roman"/>
              </a:rPr>
              <a:t>Remplace</a:t>
            </a:r>
            <a:r>
              <a:rPr lang="en-US" kern="0" dirty="0">
                <a:latin typeface="Times New Roman"/>
                <a:cs typeface="Times New Roman"/>
              </a:rPr>
              <a:t> </a:t>
            </a:r>
            <a:r>
              <a:rPr lang="en-US" dirty="0"/>
              <a:t>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21BAEC-5A51-A022-18CC-77AE24546646}"/>
              </a:ext>
            </a:extLst>
          </p:cNvPr>
          <p:cNvSpPr txBox="1"/>
          <p:nvPr/>
        </p:nvSpPr>
        <p:spPr>
          <a:xfrm>
            <a:off x="899215" y="3559983"/>
            <a:ext cx="2214818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FF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A7DF8B-CAE1-9810-92EB-9362DB9DC873}"/>
              </a:ext>
            </a:extLst>
          </p:cNvPr>
          <p:cNvSpPr txBox="1"/>
          <p:nvPr/>
        </p:nvSpPr>
        <p:spPr>
          <a:xfrm>
            <a:off x="899215" y="1392406"/>
            <a:ext cx="960529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 err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Illuminate</a:t>
            </a:r>
            <a:r>
              <a:rPr lang="fr-FR" b="1" kern="0" dirty="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ensemble de bibliothèques internes de </a:t>
            </a:r>
            <a:r>
              <a:rPr lang="fr-FR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Laravel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qui fournissent des fonctionnalités comme Eloquent, le </a:t>
            </a:r>
            <a:r>
              <a:rPr lang="fr-FR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routing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et la sécurité. La preuve, chaque modèle créé hérite de la classe :</a:t>
            </a:r>
          </a:p>
        </p:txBody>
      </p:sp>
    </p:spTree>
    <p:extLst>
      <p:ext uri="{BB962C8B-B14F-4D97-AF65-F5344CB8AC3E}">
        <p14:creationId xmlns:p14="http://schemas.microsoft.com/office/powerpoint/2010/main" val="8655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9D6BF7B5-B9DE-9DC2-1C5E-0098DAD85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7FFF6012-10BD-DF09-96A7-0FD1EEE0D459}"/>
              </a:ext>
            </a:extLst>
          </p:cNvPr>
          <p:cNvSpPr txBox="1"/>
          <p:nvPr/>
        </p:nvSpPr>
        <p:spPr>
          <a:xfrm>
            <a:off x="1393576" y="610265"/>
            <a:ext cx="94048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Gestion des Données &amp; Eloquent ORM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">
            <a:extLst>
              <a:ext uri="{FF2B5EF4-FFF2-40B4-BE49-F238E27FC236}">
                <a16:creationId xmlns:a16="http://schemas.microsoft.com/office/drawing/2014/main" id="{78C52908-F8F7-BAB7-A2C7-32B294F43918}"/>
              </a:ext>
            </a:extLst>
          </p:cNvPr>
          <p:cNvSpPr txBox="1"/>
          <p:nvPr/>
        </p:nvSpPr>
        <p:spPr>
          <a:xfrm>
            <a:off x="749853" y="1369928"/>
            <a:ext cx="10355083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D2D2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Système de Migrations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permettent de créer la structure des tables en PHP, sans écrire de requêtes SQL.</a:t>
            </a:r>
            <a:endParaRPr lang="fr-FR" b="1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 &amp; Eloquent ORM </a:t>
            </a:r>
            <a:r>
              <a:rPr lang="fr-FR" kern="0"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(Object-</a:t>
            </a:r>
            <a:r>
              <a:rPr lang="fr-FR" kern="0" dirty="0" err="1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</a:t>
            </a:r>
            <a:r>
              <a:rPr lang="fr-FR" kern="0"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Mapper)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Pour gérer la base de données, chaque table devient une "Classe", et chaque ligne devient un "Objet".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5A67530-ACD0-3DB7-34EB-ECA40CA13963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634956BC-D047-DA07-FF91-94BC921D4F6C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9F2759F-AF9D-93F3-3C43-3D7F7184C1C7}"/>
                </a:ext>
              </a:extLst>
            </p:cNvPr>
            <p:cNvSpPr txBox="1"/>
            <p:nvPr/>
          </p:nvSpPr>
          <p:spPr>
            <a:xfrm>
              <a:off x="11572240" y="352079"/>
              <a:ext cx="4277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22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D195DD20-C0C1-C637-1DDB-87AB6055C82F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5D9C24-F4CC-26B3-1449-FF1E9504F6DF}"/>
              </a:ext>
            </a:extLst>
          </p:cNvPr>
          <p:cNvSpPr txBox="1"/>
          <p:nvPr/>
        </p:nvSpPr>
        <p:spPr>
          <a:xfrm>
            <a:off x="749853" y="2751892"/>
            <a:ext cx="1105509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kern="0" dirty="0">
                <a:solidFill>
                  <a:srgbClr val="DAA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Avantages Majeurs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Eloquent sécurise les requêtes (protège contre les injections SQL)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kern="0" dirty="0" err="1">
                <a:latin typeface="Times New Roman"/>
                <a:cs typeface="Times New Roman"/>
              </a:rPr>
              <a:t>Syntaxe</a:t>
            </a:r>
            <a:r>
              <a:rPr lang="en-US" sz="2000" kern="0" dirty="0">
                <a:latin typeface="Times New Roman"/>
                <a:cs typeface="Times New Roman"/>
              </a:rPr>
              <a:t> simple et </a:t>
            </a:r>
            <a:r>
              <a:rPr lang="en-US" sz="2000" kern="0" dirty="0" err="1">
                <a:latin typeface="Times New Roman"/>
                <a:cs typeface="Times New Roman"/>
              </a:rPr>
              <a:t>lisible</a:t>
            </a:r>
            <a:r>
              <a:rPr lang="en-US" sz="2000" kern="0" dirty="0">
                <a:latin typeface="Times New Roman"/>
                <a:cs typeface="Times New Roman"/>
              </a:rPr>
              <a:t> ( </a:t>
            </a:r>
            <a:r>
              <a:rPr lang="fr-FR" sz="2000" kern="0" dirty="0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Film::</a:t>
            </a:r>
            <a:r>
              <a:rPr lang="fr-FR" sz="2000" kern="0" dirty="0" err="1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</a:t>
            </a:r>
            <a:r>
              <a:rPr lang="fr-FR" sz="2000" kern="0" dirty="0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('genre', '</a:t>
            </a:r>
            <a:r>
              <a:rPr lang="fr-FR" sz="2000" kern="0" dirty="0" err="1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Horror</a:t>
            </a:r>
            <a:r>
              <a:rPr lang="fr-FR" sz="2000" kern="0" dirty="0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')-&gt;</a:t>
            </a:r>
            <a:r>
              <a:rPr lang="fr-FR" sz="2000" kern="0" dirty="0" err="1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</a:t>
            </a:r>
            <a:r>
              <a:rPr lang="fr-FR" sz="2000" kern="0" dirty="0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r>
              <a:rPr lang="en-US" sz="2000" kern="0" dirty="0">
                <a:latin typeface="Times New Roman"/>
                <a:cs typeface="Times New Roman"/>
              </a:rPr>
              <a:t>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BE0B42-D58A-80ED-0999-DCB8F1CBB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85"/>
          <a:stretch>
            <a:fillRect/>
          </a:stretch>
        </p:blipFill>
        <p:spPr>
          <a:xfrm>
            <a:off x="2353255" y="3626024"/>
            <a:ext cx="7485490" cy="25704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D5977B7-752A-C21D-4B9B-A33CEE098DC6}"/>
              </a:ext>
            </a:extLst>
          </p:cNvPr>
          <p:cNvSpPr txBox="1"/>
          <p:nvPr/>
        </p:nvSpPr>
        <p:spPr>
          <a:xfrm>
            <a:off x="3267081" y="5860576"/>
            <a:ext cx="5821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kern="0" dirty="0">
                <a:latin typeface="Times New Roman"/>
                <a:cs typeface="Times New Roman"/>
              </a:rPr>
              <a:t>Schéma d'Architecture : </a:t>
            </a:r>
            <a:r>
              <a:rPr lang="fr-FR" sz="2000" kern="0" dirty="0">
                <a:latin typeface="Times New Roman"/>
                <a:cs typeface="Times New Roman"/>
              </a:rPr>
              <a:t>Le Rôle de l'ORM Eloquent</a:t>
            </a:r>
            <a:endParaRPr lang="en-US" sz="2000" kern="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840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A4D952AA-DE1A-5028-614B-1111D0BFC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E3D2EACE-CA29-5615-CCA8-CB7B2EAE7B8B}"/>
              </a:ext>
            </a:extLst>
          </p:cNvPr>
          <p:cNvSpPr txBox="1"/>
          <p:nvPr/>
        </p:nvSpPr>
        <p:spPr>
          <a:xfrm>
            <a:off x="1393576" y="398932"/>
            <a:ext cx="94048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Gestion des Données &amp; Eloquent ORM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BD7804B-2E72-A9C7-9148-8F7B863A265D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40616339-F98E-8098-6254-A3BD807DFD00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5A1388A-EB1E-0026-E6DF-F211974D9355}"/>
                </a:ext>
              </a:extLst>
            </p:cNvPr>
            <p:cNvSpPr txBox="1"/>
            <p:nvPr/>
          </p:nvSpPr>
          <p:spPr>
            <a:xfrm>
              <a:off x="11572240" y="352079"/>
              <a:ext cx="4277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23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8165A0D0-481D-40FD-1F8C-97DAF39B2C01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11C7B3-788C-5C6D-2FE5-3569E87DB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166" y="659856"/>
            <a:ext cx="6219666" cy="65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21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37F8B04B-2FC4-7DB9-2C73-CE90F955E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6E52B89D-FEC7-7244-B054-929BEB7B58A9}"/>
              </a:ext>
            </a:extLst>
          </p:cNvPr>
          <p:cNvSpPr txBox="1"/>
          <p:nvPr/>
        </p:nvSpPr>
        <p:spPr>
          <a:xfrm>
            <a:off x="1611937" y="505967"/>
            <a:ext cx="94048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Relations Eloquent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67B5E7-96AB-1B8D-80E3-2DDB34DC9C3E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061A5388-DA49-E298-4668-F4CA24493F7C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86AB82D-C7A4-383D-A211-DCE6187BC77A}"/>
                </a:ext>
              </a:extLst>
            </p:cNvPr>
            <p:cNvSpPr txBox="1"/>
            <p:nvPr/>
          </p:nvSpPr>
          <p:spPr>
            <a:xfrm>
              <a:off x="11572240" y="352079"/>
              <a:ext cx="4277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24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47BD4F34-0D2D-E7DD-B248-ACCA14709030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7867CC-864B-6DAE-341D-1EF2DC1F0C0E}"/>
              </a:ext>
            </a:extLst>
          </p:cNvPr>
          <p:cNvSpPr txBox="1"/>
          <p:nvPr/>
        </p:nvSpPr>
        <p:spPr>
          <a:xfrm>
            <a:off x="899215" y="1392406"/>
            <a:ext cx="9605296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Les relations </a:t>
            </a:r>
            <a:r>
              <a:rPr lang="fr-FR" kern="0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permettent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fr-FR" kern="0" dirty="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lier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les </a:t>
            </a:r>
            <a:r>
              <a:rPr lang="fr-FR" kern="0" dirty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modèles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entre eux.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Elles représentent les relations </a:t>
            </a:r>
            <a:r>
              <a:rPr lang="fr-FR" kern="0" dirty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entre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les </a:t>
            </a:r>
            <a:r>
              <a:rPr lang="fr-FR" kern="0" dirty="0">
                <a:solidFill>
                  <a:srgbClr val="FF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tables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de la base de données.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Laravel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utilise Eloquent pour définir ces relations facilement.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Types de relations :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en-US" b="1" kern="0" dirty="0">
                <a:solidFill>
                  <a:srgbClr val="BC5E00"/>
                </a:solidFill>
                <a:latin typeface="Times New Roman"/>
                <a:cs typeface="Times New Roman"/>
              </a:rPr>
              <a:t>One-to-One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chemeClr val="accent2"/>
                </a:solidFill>
                <a:latin typeface="Times New Roman"/>
                <a:cs typeface="Times New Roman"/>
              </a:rPr>
              <a:t>One-to-Many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Many-to-Many (Synchronisé vs Non-Synchronisé)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b="1" kern="0" dirty="0">
                <a:latin typeface="Times New Roman"/>
                <a:ea typeface="Times New Roman"/>
                <a:cs typeface="Times New Roman"/>
                <a:sym typeface="Times New Roman"/>
              </a:rPr>
              <a:t>Has Many Through, </a:t>
            </a:r>
            <a:r>
              <a:rPr lang="fr-FR" b="1" kern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One </a:t>
            </a:r>
            <a:r>
              <a:rPr lang="fr-FR" b="1" kern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</a:t>
            </a:r>
            <a:endParaRPr lang="fr-FR" b="1" kern="0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FF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Polymorphiques</a:t>
            </a:r>
          </a:p>
        </p:txBody>
      </p:sp>
      <p:pic>
        <p:nvPicPr>
          <p:cNvPr id="1026" name="Picture 2" descr="ER Diagram of one to many, one to one, many to many relationship is a fundamental concept in database design">
            <a:extLst>
              <a:ext uri="{FF2B5EF4-FFF2-40B4-BE49-F238E27FC236}">
                <a16:creationId xmlns:a16="http://schemas.microsoft.com/office/drawing/2014/main" id="{C887B108-38D9-7AE6-8813-161156FFB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502" y="2544785"/>
            <a:ext cx="4949586" cy="396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310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97678079-9756-F824-EB7A-72831A23C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760F5C89-40CD-33D0-D8EC-C60275EBDFA9}"/>
              </a:ext>
            </a:extLst>
          </p:cNvPr>
          <p:cNvSpPr txBox="1"/>
          <p:nvPr/>
        </p:nvSpPr>
        <p:spPr>
          <a:xfrm>
            <a:off x="1611937" y="505967"/>
            <a:ext cx="94048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One-to-One Relation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1E8EF4-F5E1-BB86-6EAE-A482937390FF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6C4E530E-8EF0-5279-441A-6E60CDB4C024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5FFB83A-F86A-94A5-7BC4-06151DBCBAF6}"/>
                </a:ext>
              </a:extLst>
            </p:cNvPr>
            <p:cNvSpPr txBox="1"/>
            <p:nvPr/>
          </p:nvSpPr>
          <p:spPr>
            <a:xfrm>
              <a:off x="11572240" y="352079"/>
              <a:ext cx="4277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25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05C051F1-A8EB-8A86-E4BA-A12C09534A32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7A9A26-6279-2014-769E-9999F4700CF1}"/>
              </a:ext>
            </a:extLst>
          </p:cNvPr>
          <p:cNvSpPr txBox="1"/>
          <p:nvPr/>
        </p:nvSpPr>
        <p:spPr>
          <a:xfrm>
            <a:off x="899215" y="1392406"/>
            <a:ext cx="960529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enregistrement d’une table A est associé </a:t>
            </a:r>
            <a:r>
              <a:rPr lang="fr-FR" kern="0" dirty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à un seul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enregistrement d’une table B.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</a:t>
            </a:r>
            <a:r>
              <a:rPr lang="fr-FR" b="1" kern="0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Laravel</a:t>
            </a:r>
            <a:r>
              <a:rPr lang="fr-FR" b="1" kern="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On utilise les méthodes</a:t>
            </a:r>
            <a:r>
              <a:rPr lang="fr-FR" i="1" kern="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i="1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hasOne</a:t>
            </a:r>
            <a:r>
              <a:rPr lang="fr-FR" i="1" kern="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et</a:t>
            </a:r>
            <a:r>
              <a:rPr lang="fr-FR" i="1" kern="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i="1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belongsTo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pic>
        <p:nvPicPr>
          <p:cNvPr id="1026" name="Picture 2" descr="ER Diagram of one to many, one to one, many to many relationship is a fundamental concept in database design">
            <a:extLst>
              <a:ext uri="{FF2B5EF4-FFF2-40B4-BE49-F238E27FC236}">
                <a16:creationId xmlns:a16="http://schemas.microsoft.com/office/drawing/2014/main" id="{40E8B3D5-E05E-D03B-B05B-56FADC0F6A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824" b="46392"/>
          <a:stretch>
            <a:fillRect/>
          </a:stretch>
        </p:blipFill>
        <p:spPr bwMode="auto">
          <a:xfrm>
            <a:off x="8279726" y="3832518"/>
            <a:ext cx="3506382" cy="2939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47022C-938D-F7F8-DF83-474DAFCAB6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15" y="1213813"/>
            <a:ext cx="7865424" cy="62895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3AE2DA-C3A8-13B2-586C-F2D86F918F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447" b="53556"/>
          <a:stretch>
            <a:fillRect/>
          </a:stretch>
        </p:blipFill>
        <p:spPr>
          <a:xfrm>
            <a:off x="7997587" y="2076614"/>
            <a:ext cx="4122364" cy="175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92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1F9EDBFC-12BD-95AE-D439-1E62704DE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F57FFEA8-4D29-3934-36C1-085A5A47DF40}"/>
              </a:ext>
            </a:extLst>
          </p:cNvPr>
          <p:cNvSpPr txBox="1"/>
          <p:nvPr/>
        </p:nvSpPr>
        <p:spPr>
          <a:xfrm>
            <a:off x="1611937" y="505967"/>
            <a:ext cx="94048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One-to-Many Relation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CF42AD6-3E5F-BFEA-E00D-874FD2CE919D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0B44F215-C347-C9C1-6C58-B3EF4E87F27A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040075E-5DA4-3152-7D77-DD3C00543910}"/>
                </a:ext>
              </a:extLst>
            </p:cNvPr>
            <p:cNvSpPr txBox="1"/>
            <p:nvPr/>
          </p:nvSpPr>
          <p:spPr>
            <a:xfrm>
              <a:off x="11572240" y="352079"/>
              <a:ext cx="4277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26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E8BD1426-89B9-C923-6478-3369AEDD9179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C958FD-1475-0BD6-5BF6-98A9965CC722}"/>
              </a:ext>
            </a:extLst>
          </p:cNvPr>
          <p:cNvSpPr txBox="1"/>
          <p:nvPr/>
        </p:nvSpPr>
        <p:spPr>
          <a:xfrm>
            <a:off x="899215" y="1392406"/>
            <a:ext cx="960529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enregistrement de A est associé </a:t>
            </a:r>
            <a:r>
              <a:rPr lang="fr-FR" kern="0" dirty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à plusieurs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enregistrements de B.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</a:t>
            </a:r>
            <a:r>
              <a:rPr lang="fr-FR" b="1" kern="0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Laravel</a:t>
            </a:r>
            <a:r>
              <a:rPr lang="fr-FR" b="1" kern="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On utilise les méthodes</a:t>
            </a:r>
            <a:r>
              <a:rPr lang="fr-FR" i="1" kern="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i="1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hasMany</a:t>
            </a:r>
            <a:r>
              <a:rPr lang="fr-FR" i="1" kern="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et</a:t>
            </a:r>
            <a:r>
              <a:rPr lang="fr-FR" i="1" kern="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i="1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belongsTo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pic>
        <p:nvPicPr>
          <p:cNvPr id="1026" name="Picture 2" descr="ER Diagram of one to many, one to one, many to many relationship is a fundamental concept in database design">
            <a:extLst>
              <a:ext uri="{FF2B5EF4-FFF2-40B4-BE49-F238E27FC236}">
                <a16:creationId xmlns:a16="http://schemas.microsoft.com/office/drawing/2014/main" id="{B2EBDE23-CF36-6912-7F8B-FC59168070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65" t="-293" r="259" b="46685"/>
          <a:stretch>
            <a:fillRect/>
          </a:stretch>
        </p:blipFill>
        <p:spPr bwMode="auto">
          <a:xfrm>
            <a:off x="9031356" y="3429000"/>
            <a:ext cx="2968620" cy="2488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B7DBC7-2C0D-224C-1E98-643930FC5F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05"/>
          <a:stretch>
            <a:fillRect/>
          </a:stretch>
        </p:blipFill>
        <p:spPr>
          <a:xfrm>
            <a:off x="328749" y="1442413"/>
            <a:ext cx="9198346" cy="54155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27E870-087D-EC73-6A2F-4608E82415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68" t="17500" r="35752" b="52350"/>
          <a:stretch>
            <a:fillRect/>
          </a:stretch>
        </p:blipFill>
        <p:spPr>
          <a:xfrm>
            <a:off x="8666494" y="1724698"/>
            <a:ext cx="3333482" cy="145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72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6341A53B-AAF2-124A-B106-9569702B0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A97A25D0-C3D5-64F4-E979-65FEA88ED3D7}"/>
              </a:ext>
            </a:extLst>
          </p:cNvPr>
          <p:cNvSpPr txBox="1"/>
          <p:nvPr/>
        </p:nvSpPr>
        <p:spPr>
          <a:xfrm>
            <a:off x="1611937" y="505967"/>
            <a:ext cx="94048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Many-to-Many Relation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41B8FB1-08BB-2F31-8953-20E8230D71A2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7F568B66-4DA9-2D4B-A6F9-F381A1672C3B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B6D65C0-A9CD-608E-26B8-A1D1D3050AEA}"/>
                </a:ext>
              </a:extLst>
            </p:cNvPr>
            <p:cNvSpPr txBox="1"/>
            <p:nvPr/>
          </p:nvSpPr>
          <p:spPr>
            <a:xfrm>
              <a:off x="11572240" y="352079"/>
              <a:ext cx="4277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27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A92CE106-FB92-D9D0-C561-B93145804AC6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647F39-56CA-A2EC-C270-8744B048A041}"/>
              </a:ext>
            </a:extLst>
          </p:cNvPr>
          <p:cNvSpPr txBox="1"/>
          <p:nvPr/>
        </p:nvSpPr>
        <p:spPr>
          <a:xfrm>
            <a:off x="899215" y="1392406"/>
            <a:ext cx="960529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Plusieurs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enregistrements de A sont associés </a:t>
            </a:r>
            <a:r>
              <a:rPr lang="fr-FR" kern="0" dirty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à plusieurs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de B, via une table intermédiaire (Pivot).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</a:t>
            </a:r>
            <a:r>
              <a:rPr lang="fr-FR" b="1" kern="0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Laravel</a:t>
            </a:r>
            <a:r>
              <a:rPr lang="fr-FR" b="1" kern="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On utilise les méthodes</a:t>
            </a:r>
            <a:r>
              <a:rPr lang="fr-FR" i="1" kern="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i="1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belongsToMany</a:t>
            </a:r>
            <a:r>
              <a:rPr lang="fr-FR" i="1" kern="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dans les deux modèles.</a:t>
            </a:r>
          </a:p>
        </p:txBody>
      </p:sp>
      <p:pic>
        <p:nvPicPr>
          <p:cNvPr id="1026" name="Picture 2" descr="ER Diagram of one to many, one to one, many to many relationship is a fundamental concept in database design">
            <a:extLst>
              <a:ext uri="{FF2B5EF4-FFF2-40B4-BE49-F238E27FC236}">
                <a16:creationId xmlns:a16="http://schemas.microsoft.com/office/drawing/2014/main" id="{47F2613D-337B-5F7B-CFD9-0BBDD0ED43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1" t="46977" r="46313" b="-585"/>
          <a:stretch>
            <a:fillRect/>
          </a:stretch>
        </p:blipFill>
        <p:spPr bwMode="auto">
          <a:xfrm>
            <a:off x="8784468" y="3863377"/>
            <a:ext cx="2968620" cy="2488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C87191-69D0-89AE-EE28-71B2839BB9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5199" y="1607326"/>
            <a:ext cx="9347678" cy="59693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9652CA-C948-1563-F3F6-CB1AA11EE5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5" r="7203" b="11353"/>
          <a:stretch>
            <a:fillRect/>
          </a:stretch>
        </p:blipFill>
        <p:spPr>
          <a:xfrm>
            <a:off x="8215523" y="2155778"/>
            <a:ext cx="3904428" cy="184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238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AD1E30DD-D684-2796-5E76-853CD4A18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15D9E01E-BAF0-4A3E-A7DE-622B8365C947}"/>
              </a:ext>
            </a:extLst>
          </p:cNvPr>
          <p:cNvSpPr txBox="1"/>
          <p:nvPr/>
        </p:nvSpPr>
        <p:spPr>
          <a:xfrm>
            <a:off x="1611937" y="505967"/>
            <a:ext cx="94048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Many-to-Many Relation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BC3F35-D979-7AB9-4890-13CDD280C51A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D61FF427-1EEB-4FF0-542D-435A2D33BD6C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C79B442-B2C5-C3A4-8D87-810F101B471A}"/>
                </a:ext>
              </a:extLst>
            </p:cNvPr>
            <p:cNvSpPr txBox="1"/>
            <p:nvPr/>
          </p:nvSpPr>
          <p:spPr>
            <a:xfrm>
              <a:off x="11572240" y="352079"/>
              <a:ext cx="4277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28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2200F5C6-CCE8-9E86-1F64-9F12510C19E7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B6D964-C176-BB20-3CB6-08AE3EF3A71A}"/>
              </a:ext>
            </a:extLst>
          </p:cNvPr>
          <p:cNvSpPr txBox="1"/>
          <p:nvPr/>
        </p:nvSpPr>
        <p:spPr>
          <a:xfrm>
            <a:off x="792507" y="1346686"/>
            <a:ext cx="10606985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fr-FR" b="1" kern="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b="1" kern="0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Laravel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, lors de l’ajout de données dans une relation</a:t>
            </a:r>
            <a:r>
              <a:rPr lang="fr-FR" kern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kern="0" dirty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Many-to-Many</a:t>
            </a:r>
            <a:r>
              <a:rPr lang="fr-FR" kern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fr-FR" kern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pivot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), il y a deux approches :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chemeClr val="accent2"/>
                </a:solidFill>
                <a:latin typeface="Times New Roman"/>
                <a:cs typeface="Times New Roman"/>
              </a:rPr>
              <a:t>Non-Synchronisé </a:t>
            </a:r>
            <a:r>
              <a:rPr lang="fr-FR" b="1" i="1" kern="0" dirty="0">
                <a:latin typeface="Times New Roman"/>
                <a:cs typeface="Times New Roman"/>
              </a:rPr>
              <a:t>(</a:t>
            </a:r>
            <a:r>
              <a:rPr lang="fr-FR" i="1" kern="0" dirty="0" err="1">
                <a:latin typeface="Times New Roman"/>
                <a:cs typeface="Times New Roman"/>
              </a:rPr>
              <a:t>attach</a:t>
            </a:r>
            <a:r>
              <a:rPr lang="fr-FR" b="1" i="1" kern="0" dirty="0">
                <a:latin typeface="Times New Roman"/>
                <a:cs typeface="Times New Roman"/>
              </a:rPr>
              <a:t>) </a:t>
            </a:r>
            <a:r>
              <a:rPr lang="fr-FR" b="1" kern="0" dirty="0">
                <a:solidFill>
                  <a:schemeClr val="accent2"/>
                </a:solidFill>
                <a:latin typeface="Times New Roman"/>
                <a:cs typeface="Times New Roman"/>
              </a:rPr>
              <a:t>: </a:t>
            </a:r>
            <a:r>
              <a:rPr lang="fr-FR" kern="0" dirty="0">
                <a:latin typeface="Times New Roman"/>
                <a:cs typeface="Times New Roman"/>
              </a:rPr>
              <a:t>Ajoute simplement une nouvelle </a:t>
            </a:r>
          </a:p>
          <a:p>
            <a:pPr marL="457167" lvl="1" algn="just">
              <a:lnSpc>
                <a:spcPct val="150000"/>
              </a:lnSpc>
              <a:buClr>
                <a:srgbClr val="0000FF"/>
              </a:buClr>
              <a:buSzPts val="1800"/>
            </a:pPr>
            <a:r>
              <a:rPr lang="fr-FR" kern="0" dirty="0">
                <a:latin typeface="Times New Roman"/>
                <a:cs typeface="Times New Roman"/>
              </a:rPr>
              <a:t>     relation. Ne supprime pas les anciennes (risque de doublons).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Synchronisé </a:t>
            </a:r>
            <a:r>
              <a:rPr lang="fr-FR" i="1" kern="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fr-FR" i="1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sync</a:t>
            </a:r>
            <a:r>
              <a:rPr lang="fr-FR" i="1" kern="0" dirty="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fr-FR" b="1" kern="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Met à jour la table pivot pour qu’elle </a:t>
            </a:r>
          </a:p>
          <a:p>
            <a:pPr marL="457167" lvl="1" algn="just">
              <a:lnSpc>
                <a:spcPct val="150000"/>
              </a:lnSpc>
              <a:buClr>
                <a:srgbClr val="0000FF"/>
              </a:buClr>
              <a:buSzPts val="1800"/>
            </a:pP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    corresponde exactement au tableau fourni</a:t>
            </a:r>
            <a:r>
              <a:rPr lang="fr-FR" b="1" kern="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866E55-BA5A-B65A-D5E1-A581C23B2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412" y="1980720"/>
            <a:ext cx="4292676" cy="42926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E9AAE4-BE5A-DDAB-0E82-ACFA32C9B8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25"/>
          <a:stretch>
            <a:fillRect/>
          </a:stretch>
        </p:blipFill>
        <p:spPr>
          <a:xfrm>
            <a:off x="681971" y="2963359"/>
            <a:ext cx="6888977" cy="394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55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500714D5-50C9-92B2-BE53-E48D874F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871E3A8B-5526-14CC-DB1D-71063CFC0DC3}"/>
              </a:ext>
            </a:extLst>
          </p:cNvPr>
          <p:cNvSpPr txBox="1"/>
          <p:nvPr/>
        </p:nvSpPr>
        <p:spPr>
          <a:xfrm>
            <a:off x="1627979" y="398932"/>
            <a:ext cx="94048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Problème N+1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AC1FE4-226F-B2AC-39CA-434A1DBBD776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578F9C02-9A21-F9EB-E34F-133F1A6538D7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0D746BE-3E10-7326-1B03-A5E324D4826E}"/>
                </a:ext>
              </a:extLst>
            </p:cNvPr>
            <p:cNvSpPr txBox="1"/>
            <p:nvPr/>
          </p:nvSpPr>
          <p:spPr>
            <a:xfrm>
              <a:off x="11572240" y="352079"/>
              <a:ext cx="4277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29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C79997AC-31BA-AC0F-4F55-E0C51E8F14D8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2394DE-C329-C975-539A-32CFA11865B3}"/>
              </a:ext>
            </a:extLst>
          </p:cNvPr>
          <p:cNvSpPr txBox="1"/>
          <p:nvPr/>
        </p:nvSpPr>
        <p:spPr>
          <a:xfrm>
            <a:off x="707681" y="1702941"/>
            <a:ext cx="5127030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 err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Lazy</a:t>
            </a:r>
            <a:r>
              <a:rPr lang="fr-FR" b="1" kern="0" dirty="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b="1" kern="0" dirty="0" err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Loading</a:t>
            </a:r>
            <a:r>
              <a:rPr lang="fr-FR" b="1" kern="0" dirty="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chaque accès aux relations déclenche plusieurs requêtes SQL, ce qui rend l’exécution lente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E5CA2D-7AAB-70F8-5265-6CF8CC27C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17"/>
          <a:stretch>
            <a:fillRect/>
          </a:stretch>
        </p:blipFill>
        <p:spPr>
          <a:xfrm>
            <a:off x="5685135" y="998955"/>
            <a:ext cx="6939166" cy="31356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A77513-016B-DC94-B8FE-59916FC784F6}"/>
              </a:ext>
            </a:extLst>
          </p:cNvPr>
          <p:cNvSpPr txBox="1"/>
          <p:nvPr/>
        </p:nvSpPr>
        <p:spPr>
          <a:xfrm>
            <a:off x="707681" y="4154476"/>
            <a:ext cx="5757286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Eager </a:t>
            </a:r>
            <a:r>
              <a:rPr lang="fr-FR" b="1" kern="0" dirty="0" err="1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Loading</a:t>
            </a:r>
            <a:r>
              <a:rPr lang="fr-FR" b="1" kern="0" dirty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lang="fr-FR" kern="0" dirty="0">
                <a:latin typeface="Times New Roman"/>
                <a:cs typeface="Times New Roman"/>
                <a:sym typeface="Times New Roman"/>
              </a:rPr>
              <a:t>C’est la solution de ce problème, les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relations sont chargées en une seule fois avec </a:t>
            </a:r>
            <a:r>
              <a:rPr lang="fr-FR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with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(), ce qui réduit le nombre de requêtes et améliore les performances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AFEC47-7E16-D18F-7D0F-2A264DE0A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24"/>
          <a:stretch>
            <a:fillRect/>
          </a:stretch>
        </p:blipFill>
        <p:spPr>
          <a:xfrm>
            <a:off x="6330403" y="3588176"/>
            <a:ext cx="6113462" cy="326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477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60AEBF95-2CC9-C44D-45EE-32DC2B364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C347E8F6-919A-238E-2F5D-F8DAEB521283}"/>
              </a:ext>
            </a:extLst>
          </p:cNvPr>
          <p:cNvSpPr txBox="1"/>
          <p:nvPr/>
        </p:nvSpPr>
        <p:spPr>
          <a:xfrm>
            <a:off x="1611937" y="505967"/>
            <a:ext cx="94048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Has Many </a:t>
            </a:r>
            <a:r>
              <a:rPr lang="fr-FR" sz="4000" kern="0" dirty="0" err="1">
                <a:solidFill>
                  <a:srgbClr val="7F7F7F"/>
                </a:solidFill>
                <a:ea typeface="Arial"/>
                <a:cs typeface="Arial"/>
                <a:sym typeface="Arial"/>
              </a:rPr>
              <a:t>Through</a:t>
            </a: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 Relation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ED8AAC1-A2C9-E1E5-BBDA-7777F006A37B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89695D8D-DD25-ADDD-8487-18F070C6D98A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485451D-D7DF-BD46-E5F4-D4C6B8C24FE2}"/>
                </a:ext>
              </a:extLst>
            </p:cNvPr>
            <p:cNvSpPr txBox="1"/>
            <p:nvPr/>
          </p:nvSpPr>
          <p:spPr>
            <a:xfrm>
              <a:off x="11572240" y="352079"/>
              <a:ext cx="4277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30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6F77BE72-EF7D-EA13-6CBF-1E8A962B3F7E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43560C-D89A-23D4-A969-62E9400F1017}"/>
              </a:ext>
            </a:extLst>
          </p:cNvPr>
          <p:cNvSpPr txBox="1"/>
          <p:nvPr/>
        </p:nvSpPr>
        <p:spPr>
          <a:xfrm>
            <a:off x="899215" y="1392406"/>
            <a:ext cx="9605296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Permet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d’accéder à un modèle </a:t>
            </a:r>
            <a:r>
              <a:rPr lang="fr-FR" kern="0" dirty="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via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un autre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Relation indirecte entre 3 tables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en-US" b="1" kern="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Laravel : </a:t>
            </a:r>
            <a:r>
              <a:rPr lang="en-US" kern="0" dirty="0">
                <a:latin typeface="Times New Roman"/>
                <a:ea typeface="Times New Roman"/>
                <a:cs typeface="Times New Roman"/>
                <a:sym typeface="Times New Roman"/>
              </a:rPr>
              <a:t>On </a:t>
            </a:r>
            <a:r>
              <a:rPr lang="en-US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utilise</a:t>
            </a:r>
            <a:r>
              <a:rPr lang="en-US" i="1" kern="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i="1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hasManyThrough</a:t>
            </a:r>
            <a:r>
              <a:rPr lang="en-US" i="1" kern="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kern="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ou</a:t>
            </a:r>
            <a:r>
              <a:rPr lang="en-US" kern="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i="1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hasOneThrough</a:t>
            </a:r>
            <a:r>
              <a:rPr lang="en-US" kern="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14133E-1D5D-3E96-A47F-5C41B3B8D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085" y="1876926"/>
            <a:ext cx="8168798" cy="37019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FBED64-5278-2AB5-984F-ABF6693DC4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7" t="38641" r="11940"/>
          <a:stretch>
            <a:fillRect/>
          </a:stretch>
        </p:blipFill>
        <p:spPr>
          <a:xfrm>
            <a:off x="5922264" y="3831371"/>
            <a:ext cx="6001512" cy="2520662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3212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CA3B9803-322F-882B-4322-576FA96B9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7350605F-A1B4-BE53-9130-5303730AA515}"/>
              </a:ext>
            </a:extLst>
          </p:cNvPr>
          <p:cNvSpPr txBox="1"/>
          <p:nvPr/>
        </p:nvSpPr>
        <p:spPr>
          <a:xfrm>
            <a:off x="1611937" y="505967"/>
            <a:ext cx="94048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Relations Polymorphiques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099F30B-0F17-A49D-1386-45DD466DA3C1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51703848-6762-BDBA-0EB1-921DE2D1D551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6B1957F-BF55-5DD3-EA14-FDE6988DAFBF}"/>
                </a:ext>
              </a:extLst>
            </p:cNvPr>
            <p:cNvSpPr txBox="1"/>
            <p:nvPr/>
          </p:nvSpPr>
          <p:spPr>
            <a:xfrm>
              <a:off x="11572240" y="352079"/>
              <a:ext cx="4277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31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EE39AB33-C504-56BF-423A-3D4CF94869B7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2A8629-F2D5-0085-E792-E8AFAFF9B46D}"/>
              </a:ext>
            </a:extLst>
          </p:cNvPr>
          <p:cNvSpPr txBox="1"/>
          <p:nvPr/>
        </p:nvSpPr>
        <p:spPr>
          <a:xfrm>
            <a:off x="899215" y="1392406"/>
            <a:ext cx="9605296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Permet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à </a:t>
            </a:r>
            <a:r>
              <a:rPr lang="fr-FR" kern="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modèle d’être lié à </a:t>
            </a:r>
            <a:r>
              <a:rPr lang="fr-FR" kern="0" dirty="0">
                <a:solidFill>
                  <a:srgbClr val="FF66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plusieurs types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de modèles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Une seule table peut référencer plusieurs entités.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en-US" b="1" kern="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Laravel : </a:t>
            </a:r>
            <a:r>
              <a:rPr lang="en-US" kern="0" dirty="0">
                <a:latin typeface="Times New Roman"/>
                <a:ea typeface="Times New Roman"/>
                <a:cs typeface="Times New Roman"/>
                <a:sym typeface="Times New Roman"/>
              </a:rPr>
              <a:t>On </a:t>
            </a:r>
            <a:r>
              <a:rPr lang="en-US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utilise</a:t>
            </a:r>
            <a:r>
              <a:rPr lang="en-US" i="1" kern="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i="1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morphTo</a:t>
            </a:r>
            <a:r>
              <a:rPr lang="fr-FR" i="1" kern="0" dirty="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et</a:t>
            </a:r>
            <a:r>
              <a:rPr lang="fr-FR" i="1" kern="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i="1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morphMany</a:t>
            </a:r>
            <a:r>
              <a:rPr lang="fr-FR" i="1" kern="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AC30EB-EFB1-9A58-6ADB-38B12C193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94"/>
          <a:stretch>
            <a:fillRect/>
          </a:stretch>
        </p:blipFill>
        <p:spPr>
          <a:xfrm>
            <a:off x="478081" y="2496741"/>
            <a:ext cx="8968126" cy="41174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39B31C-105C-61F8-161E-633B46073E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79" b="2990"/>
          <a:stretch>
            <a:fillRect/>
          </a:stretch>
        </p:blipFill>
        <p:spPr>
          <a:xfrm>
            <a:off x="6267501" y="2217499"/>
            <a:ext cx="5304739" cy="19253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3749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FDA2A8D9-1099-542F-A74F-7E176D4B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CB24C297-18EE-2BDA-81CF-DE12CD1B9373}"/>
              </a:ext>
            </a:extLst>
          </p:cNvPr>
          <p:cNvSpPr txBox="1"/>
          <p:nvPr/>
        </p:nvSpPr>
        <p:spPr>
          <a:xfrm>
            <a:off x="2099829" y="478490"/>
            <a:ext cx="799234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Blade (Vue)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">
            <a:extLst>
              <a:ext uri="{FF2B5EF4-FFF2-40B4-BE49-F238E27FC236}">
                <a16:creationId xmlns:a16="http://schemas.microsoft.com/office/drawing/2014/main" id="{63D39C47-7D8E-9B3C-1AFE-D93B76521CFE}"/>
              </a:ext>
            </a:extLst>
          </p:cNvPr>
          <p:cNvSpPr txBox="1"/>
          <p:nvPr/>
        </p:nvSpPr>
        <p:spPr>
          <a:xfrm>
            <a:off x="794504" y="1405747"/>
            <a:ext cx="10958584" cy="1615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Blade est le moteur de </a:t>
            </a:r>
            <a:r>
              <a:rPr lang="fr-FR" kern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fr-FR" kern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Laravel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cs typeface="Times New Roman"/>
              </a:rPr>
              <a:t>Permet d’afficher les données dynamiques.</a:t>
            </a:r>
            <a:endParaRPr lang="fr-FR" kern="0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  <a:p>
            <a:pPr marL="182880" lvl="0" indent="-285750" algn="just">
              <a:buClr>
                <a:srgbClr val="000000"/>
              </a:buClr>
              <a:buSzPts val="1800"/>
              <a:buFont typeface="Wingdings" panose="05000000000000000000" pitchFamily="2" charset="2"/>
              <a:buChar char="Ø"/>
            </a:pP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fr-FR" b="1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Compilation </a:t>
            </a:r>
            <a:r>
              <a:rPr lang="fr-FR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Blade assemble plusieurs fichiers .</a:t>
            </a:r>
            <a:r>
              <a:rPr lang="fr-FR" kern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blade.php</a:t>
            </a:r>
            <a:r>
              <a:rPr lang="fr-FR" kern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pour générer une page HTML finale.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9A075C-0A7A-0D12-00F5-E592A9C0FA88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E4971056-4C5D-179A-DFAE-71A6D03945DA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073AD6F-5A0F-F9F1-D37A-A44EE47EE2C7}"/>
                </a:ext>
              </a:extLst>
            </p:cNvPr>
            <p:cNvSpPr txBox="1"/>
            <p:nvPr/>
          </p:nvSpPr>
          <p:spPr>
            <a:xfrm>
              <a:off x="11567160" y="352079"/>
              <a:ext cx="432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32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E0649D6A-2FDE-4481-8CE7-632F6CD42DFF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6B58A4-F255-A186-1D21-5577FA563E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162" y="3481008"/>
            <a:ext cx="4989926" cy="28985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B83344-F80F-EE9C-1AFE-F1405FDAA1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275"/>
          <a:stretch>
            <a:fillRect/>
          </a:stretch>
        </p:blipFill>
        <p:spPr>
          <a:xfrm>
            <a:off x="596482" y="3750941"/>
            <a:ext cx="5499518" cy="23668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1787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84613D15-E17C-B570-621A-5F4FEE6F0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72B363E9-7930-6534-5897-18695B0C9110}"/>
              </a:ext>
            </a:extLst>
          </p:cNvPr>
          <p:cNvSpPr txBox="1"/>
          <p:nvPr/>
        </p:nvSpPr>
        <p:spPr>
          <a:xfrm>
            <a:off x="2099829" y="478490"/>
            <a:ext cx="799234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L’Héritage des Vues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">
            <a:extLst>
              <a:ext uri="{FF2B5EF4-FFF2-40B4-BE49-F238E27FC236}">
                <a16:creationId xmlns:a16="http://schemas.microsoft.com/office/drawing/2014/main" id="{5A19966A-7236-44D4-20FE-674440696CC9}"/>
              </a:ext>
            </a:extLst>
          </p:cNvPr>
          <p:cNvSpPr txBox="1"/>
          <p:nvPr/>
        </p:nvSpPr>
        <p:spPr>
          <a:xfrm>
            <a:off x="794504" y="1652679"/>
            <a:ext cx="10958584" cy="3277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L’héritage permet de définir un "</a:t>
            </a:r>
            <a:r>
              <a:rPr lang="fr-FR" kern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Layout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 principal  et de le réutiliser dans plusieurs vues enfants. 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latin typeface="Times New Roman"/>
                <a:ea typeface="Times New Roman"/>
                <a:cs typeface="Times New Roman"/>
                <a:sym typeface="Times New Roman"/>
              </a:rPr>
              <a:t>Héritage des </a:t>
            </a:r>
            <a:r>
              <a:rPr lang="fr-FR" b="1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Layouts</a:t>
            </a:r>
            <a:r>
              <a:rPr lang="fr-FR" b="1" kern="0" dirty="0"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Blade utilise un système d'héritage objet. 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Directives Blade Principales :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ea typeface="Times New Roman"/>
                <a:cs typeface="Times New Roman"/>
              </a:rPr>
              <a:t>@yield(’nom’) </a:t>
            </a:r>
            <a:r>
              <a:rPr lang="fr-FR" kern="0" dirty="0">
                <a:latin typeface="Times New Roman"/>
                <a:ea typeface="Times New Roman"/>
                <a:cs typeface="Times New Roman"/>
              </a:rPr>
              <a:t>: Définit une zone vide dans le parent, qui sera remplie par l’enfant.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@extends(’layout’) : </a:t>
            </a:r>
            <a:r>
              <a:rPr lang="fr-FR" kern="0" dirty="0">
                <a:latin typeface="Times New Roman"/>
                <a:ea typeface="Times New Roman"/>
                <a:cs typeface="Times New Roman"/>
              </a:rPr>
              <a:t>Indique que la vue enfant hérite de la </a:t>
            </a:r>
            <a:r>
              <a:rPr lang="fr-FR" kern="0" dirty="0" err="1">
                <a:latin typeface="Times New Roman"/>
                <a:ea typeface="Times New Roman"/>
                <a:cs typeface="Times New Roman"/>
              </a:rPr>
              <a:t>vueparent</a:t>
            </a:r>
            <a:r>
              <a:rPr lang="fr-FR" kern="0" dirty="0"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@section(’nom’) :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Permet à l’enfant d’injecter son contenu dans </a:t>
            </a:r>
            <a:r>
              <a:rPr lang="fr-FR" kern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le@yield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 parent.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Wingdings" panose="05000000000000000000" pitchFamily="2" charset="2"/>
              <a:buChar char="Ø"/>
            </a:pPr>
            <a:r>
              <a:rPr lang="fr-FR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 noter </a:t>
            </a:r>
            <a:r>
              <a:rPr lang="fr-FR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Héritage peut également se faire via des "Blade Components" utilisant la syntaxe 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&lt;x-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82880" lvl="0" indent="-285750" algn="just">
              <a:buClr>
                <a:srgbClr val="000000"/>
              </a:buClr>
              <a:buSzPts val="1800"/>
              <a:buFont typeface="Wingdings" panose="05000000000000000000" pitchFamily="2" charset="2"/>
              <a:buChar char="Ø"/>
            </a:pP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EE86736-C336-8478-8151-0BDCFC0BE695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89074AC6-CA8B-4EDB-C6A2-09EB39B4552B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1ACD25D-6281-D15D-6A2D-430EB4D45877}"/>
                </a:ext>
              </a:extLst>
            </p:cNvPr>
            <p:cNvSpPr txBox="1"/>
            <p:nvPr/>
          </p:nvSpPr>
          <p:spPr>
            <a:xfrm>
              <a:off x="11567160" y="352079"/>
              <a:ext cx="432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33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6D7CE433-3C0A-99D5-364E-0A4E16A4C109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F75599-C7FC-8DF8-90B7-9C945333BB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157" y="4930459"/>
            <a:ext cx="3130075" cy="144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208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E0BF5E72-B93A-E948-EC4A-E0184A04B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C9995D84-609A-21CC-8F11-7F0ECB18937E}"/>
              </a:ext>
            </a:extLst>
          </p:cNvPr>
          <p:cNvSpPr txBox="1"/>
          <p:nvPr/>
        </p:nvSpPr>
        <p:spPr>
          <a:xfrm>
            <a:off x="2099829" y="478490"/>
            <a:ext cx="799234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Blade Directives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802FC9-2CC8-B137-749B-60C125B0BAEB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82F56A9F-F730-EAD7-2BDC-80D49E53F543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0299639-FEE2-215C-FC93-7C9ACBCFA344}"/>
                </a:ext>
              </a:extLst>
            </p:cNvPr>
            <p:cNvSpPr txBox="1"/>
            <p:nvPr/>
          </p:nvSpPr>
          <p:spPr>
            <a:xfrm>
              <a:off x="11567160" y="352079"/>
              <a:ext cx="432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34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5B57B5E6-A420-2BC1-43D8-5D6FB6699F72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451;p7">
            <a:extLst>
              <a:ext uri="{FF2B5EF4-FFF2-40B4-BE49-F238E27FC236}">
                <a16:creationId xmlns:a16="http://schemas.microsoft.com/office/drawing/2014/main" id="{89C2164C-60CD-E77F-D0C1-D06E3ABA8C8F}"/>
              </a:ext>
            </a:extLst>
          </p:cNvPr>
          <p:cNvSpPr txBox="1"/>
          <p:nvPr/>
        </p:nvSpPr>
        <p:spPr>
          <a:xfrm>
            <a:off x="824984" y="1251903"/>
            <a:ext cx="10958584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Directives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servent principalement à :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Gérer</a:t>
            </a:r>
            <a:r>
              <a:rPr lang="fr-FR" kern="0" dirty="0">
                <a:latin typeface="Times New Roman"/>
                <a:ea typeface="Times New Roman"/>
                <a:cs typeface="Times New Roman"/>
              </a:rPr>
              <a:t> les conditions ( @if, @else, @endif  )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Faire</a:t>
            </a:r>
            <a:r>
              <a:rPr lang="fr-FR" kern="0" dirty="0">
                <a:latin typeface="Times New Roman"/>
                <a:ea typeface="Times New Roman"/>
                <a:cs typeface="Times New Roman"/>
              </a:rPr>
              <a:t> des boucles ( @foreach, @for, @endforeach )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Inclure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des fichiers (@include, @extends)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Structurer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une page (@section, @yield )</a:t>
            </a:r>
          </a:p>
          <a:p>
            <a:pPr marL="742917" lvl="1" indent="-285750" algn="just">
              <a:lnSpc>
                <a:spcPct val="150000"/>
              </a:lnSpc>
              <a:buClr>
                <a:srgbClr val="0000FF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Gérer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l’authentification et la sécurité ex: @csrf</a:t>
            </a:r>
          </a:p>
          <a:p>
            <a:pPr marL="17145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FF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Directives</a:t>
            </a:r>
            <a:r>
              <a:rPr lang="fr-FR" kern="0" dirty="0">
                <a:solidFill>
                  <a:srgbClr val="FF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personnalisés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kern="0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46D08-EABC-DC97-31A0-A61616BDF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07"/>
          <a:stretch>
            <a:fillRect/>
          </a:stretch>
        </p:blipFill>
        <p:spPr>
          <a:xfrm>
            <a:off x="904459" y="3950012"/>
            <a:ext cx="6042547" cy="3007640"/>
          </a:xfrm>
          <a:prstGeom prst="rect">
            <a:avLst/>
          </a:prstGeom>
        </p:spPr>
      </p:pic>
      <p:sp>
        <p:nvSpPr>
          <p:cNvPr id="9" name="Google Shape;451;p7">
            <a:extLst>
              <a:ext uri="{FF2B5EF4-FFF2-40B4-BE49-F238E27FC236}">
                <a16:creationId xmlns:a16="http://schemas.microsoft.com/office/drawing/2014/main" id="{C51C1BC5-B0C9-8771-DF57-1A4D05B42EA9}"/>
              </a:ext>
            </a:extLst>
          </p:cNvPr>
          <p:cNvSpPr txBox="1"/>
          <p:nvPr/>
        </p:nvSpPr>
        <p:spPr>
          <a:xfrm>
            <a:off x="1179826" y="4225958"/>
            <a:ext cx="2041046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Déclaration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lang="fr-FR" kern="0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451;p7">
            <a:extLst>
              <a:ext uri="{FF2B5EF4-FFF2-40B4-BE49-F238E27FC236}">
                <a16:creationId xmlns:a16="http://schemas.microsoft.com/office/drawing/2014/main" id="{B70EED34-14C3-283E-246E-F4C79EECFC55}"/>
              </a:ext>
            </a:extLst>
          </p:cNvPr>
          <p:cNvSpPr txBox="1"/>
          <p:nvPr/>
        </p:nvSpPr>
        <p:spPr>
          <a:xfrm>
            <a:off x="6769027" y="4248406"/>
            <a:ext cx="2041046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Utilisation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lang="fr-FR" kern="0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8198E5-A9E3-5471-D4BF-F94D4AA563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422"/>
          <a:stretch>
            <a:fillRect/>
          </a:stretch>
        </p:blipFill>
        <p:spPr>
          <a:xfrm>
            <a:off x="6304276" y="4146918"/>
            <a:ext cx="6337110" cy="232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01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E7D2D598-95DB-0F8D-CD5E-78B62A40C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752B7F96-8AC1-41F5-7EBD-C077AF06F272}"/>
              </a:ext>
            </a:extLst>
          </p:cNvPr>
          <p:cNvSpPr txBox="1"/>
          <p:nvPr/>
        </p:nvSpPr>
        <p:spPr>
          <a:xfrm>
            <a:off x="2099829" y="478490"/>
            <a:ext cx="799234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Lien entre Modèle et Vue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581E1BB-1108-7D20-880C-C7A6A194EE08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1809E293-8D8E-699D-8835-EB0CEDD3F866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422A1C9-876B-0BFD-A105-FDCC85018EB3}"/>
                </a:ext>
              </a:extLst>
            </p:cNvPr>
            <p:cNvSpPr txBox="1"/>
            <p:nvPr/>
          </p:nvSpPr>
          <p:spPr>
            <a:xfrm>
              <a:off x="11567160" y="352079"/>
              <a:ext cx="4328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35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FA1F0F19-BDED-78F5-417B-8291DD2F6FBD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451;p7">
            <a:extLst>
              <a:ext uri="{FF2B5EF4-FFF2-40B4-BE49-F238E27FC236}">
                <a16:creationId xmlns:a16="http://schemas.microsoft.com/office/drawing/2014/main" id="{50112083-CD25-6A8A-CD47-11CF6784454B}"/>
              </a:ext>
            </a:extLst>
          </p:cNvPr>
          <p:cNvSpPr txBox="1"/>
          <p:nvPr/>
        </p:nvSpPr>
        <p:spPr>
          <a:xfrm>
            <a:off x="824984" y="1251903"/>
            <a:ext cx="10958584" cy="38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contrôleur agit comme un pont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Il récupère les données via le </a:t>
            </a:r>
            <a:r>
              <a:rPr lang="fr-FR" kern="0" dirty="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Modèle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et les transmet à la </a:t>
            </a:r>
            <a:r>
              <a:rPr lang="fr-FR" kern="0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Vue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800067" lvl="1" indent="-342900" algn="just">
              <a:lnSpc>
                <a:spcPct val="150000"/>
              </a:lnSpc>
              <a:buClr>
                <a:srgbClr val="0000FF"/>
              </a:buClr>
              <a:buSzPts val="1800"/>
              <a:buFont typeface="+mj-lt"/>
              <a:buAutoNum type="arabicPeriod"/>
            </a:pPr>
            <a:r>
              <a:rPr lang="fr-FR" kern="0" dirty="0">
                <a:latin typeface="Times New Roman"/>
                <a:ea typeface="Times New Roman"/>
                <a:cs typeface="Times New Roman"/>
              </a:rPr>
              <a:t>Le </a:t>
            </a:r>
            <a:r>
              <a:rPr lang="fr-FR" kern="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contrôleur </a:t>
            </a:r>
            <a:r>
              <a:rPr lang="fr-FR" kern="0" dirty="0">
                <a:latin typeface="Times New Roman"/>
                <a:ea typeface="Times New Roman"/>
                <a:cs typeface="Times New Roman"/>
              </a:rPr>
              <a:t>envoie les données (PHP)</a:t>
            </a:r>
          </a:p>
          <a:p>
            <a:pPr marL="800067" lvl="1" indent="-342900" algn="just">
              <a:lnSpc>
                <a:spcPct val="150000"/>
              </a:lnSpc>
              <a:buClr>
                <a:srgbClr val="0000FF"/>
              </a:buClr>
              <a:buSzPts val="1800"/>
              <a:buFont typeface="+mj-lt"/>
              <a:buAutoNum type="arabicPeriod"/>
            </a:pPr>
            <a:endParaRPr lang="fr-FR" kern="0" dirty="0">
              <a:latin typeface="Times New Roman"/>
              <a:ea typeface="Times New Roman"/>
              <a:cs typeface="Times New Roman"/>
            </a:endParaRPr>
          </a:p>
          <a:p>
            <a:pPr marL="800067" lvl="1" indent="-342900" algn="just">
              <a:lnSpc>
                <a:spcPct val="150000"/>
              </a:lnSpc>
              <a:buClr>
                <a:srgbClr val="0000FF"/>
              </a:buClr>
              <a:buSzPts val="1800"/>
              <a:buFont typeface="+mj-lt"/>
              <a:buAutoNum type="arabicPeriod"/>
            </a:pPr>
            <a:endParaRPr lang="fr-FR" kern="0" dirty="0">
              <a:latin typeface="Times New Roman"/>
              <a:ea typeface="Times New Roman"/>
              <a:cs typeface="Times New Roman"/>
            </a:endParaRPr>
          </a:p>
          <a:p>
            <a:pPr marL="800067" lvl="1" indent="-342900" algn="just">
              <a:lnSpc>
                <a:spcPct val="150000"/>
              </a:lnSpc>
              <a:buClr>
                <a:srgbClr val="0000FF"/>
              </a:buClr>
              <a:buSzPts val="1800"/>
              <a:buFont typeface="+mj-lt"/>
              <a:buAutoNum type="arabicPeriod"/>
            </a:pPr>
            <a:endParaRPr lang="fr-FR" kern="0" dirty="0">
              <a:latin typeface="Times New Roman"/>
              <a:ea typeface="Times New Roman"/>
              <a:cs typeface="Times New Roman"/>
            </a:endParaRPr>
          </a:p>
          <a:p>
            <a:pPr marL="800067" lvl="1" indent="-342900" algn="just">
              <a:lnSpc>
                <a:spcPct val="150000"/>
              </a:lnSpc>
              <a:buClr>
                <a:srgbClr val="0000FF"/>
              </a:buClr>
              <a:buSzPts val="1800"/>
              <a:buFont typeface="+mj-lt"/>
              <a:buAutoNum type="arabicPeriod"/>
            </a:pPr>
            <a:endParaRPr lang="fr-FR" kern="0" dirty="0">
              <a:latin typeface="Times New Roman"/>
              <a:ea typeface="Times New Roman"/>
              <a:cs typeface="Times New Roman"/>
            </a:endParaRPr>
          </a:p>
          <a:p>
            <a:pPr marL="800067" lvl="1" indent="-342900" algn="just">
              <a:lnSpc>
                <a:spcPct val="150000"/>
              </a:lnSpc>
              <a:buClr>
                <a:srgbClr val="0000FF"/>
              </a:buClr>
              <a:buSzPts val="1800"/>
              <a:buFont typeface="Arial" panose="020B0604020202020204" pitchFamily="34" charset="0"/>
              <a:buChar char="•"/>
            </a:pPr>
            <a:r>
              <a:rPr lang="fr-FR" b="1" kern="0" dirty="0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rPr>
              <a:t>Explication :  </a:t>
            </a:r>
            <a:r>
              <a:rPr lang="fr-FR" kern="0" dirty="0">
                <a:latin typeface="Times New Roman"/>
                <a:ea typeface="Times New Roman"/>
                <a:cs typeface="Times New Roman"/>
              </a:rPr>
              <a:t>Affiche la vue </a:t>
            </a:r>
            <a:r>
              <a:rPr lang="fr-FR" b="1" kern="0" dirty="0" err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films.index</a:t>
            </a:r>
            <a:r>
              <a:rPr lang="fr-FR" b="1" kern="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fr-FR" kern="0" dirty="0">
                <a:latin typeface="Times New Roman"/>
                <a:ea typeface="Times New Roman"/>
                <a:cs typeface="Times New Roman"/>
              </a:rPr>
              <a:t>et lui injecte la variable </a:t>
            </a:r>
            <a:r>
              <a:rPr lang="fr-FR" b="1" kern="0" dirty="0">
                <a:latin typeface="Times New Roman"/>
                <a:ea typeface="Times New Roman"/>
                <a:cs typeface="Times New Roman"/>
              </a:rPr>
              <a:t>$films </a:t>
            </a:r>
            <a:r>
              <a:rPr lang="fr-FR" kern="0" dirty="0">
                <a:latin typeface="Times New Roman"/>
                <a:ea typeface="Times New Roman"/>
                <a:cs typeface="Times New Roman"/>
              </a:rPr>
              <a:t>grâce à </a:t>
            </a:r>
            <a:r>
              <a:rPr lang="fr-FR" b="1" i="1" kern="0" dirty="0">
                <a:solidFill>
                  <a:srgbClr val="BC5E00"/>
                </a:solidFill>
                <a:latin typeface="Times New Roman"/>
                <a:ea typeface="Times New Roman"/>
                <a:cs typeface="Times New Roman"/>
              </a:rPr>
              <a:t>compact().</a:t>
            </a:r>
          </a:p>
          <a:p>
            <a:pPr marL="800067" lvl="1" indent="-342900" algn="just">
              <a:lnSpc>
                <a:spcPct val="150000"/>
              </a:lnSpc>
              <a:buClr>
                <a:srgbClr val="0000FF"/>
              </a:buClr>
              <a:buSzPts val="1800"/>
              <a:buFont typeface="+mj-lt"/>
              <a:buAutoNum type="arabicPeriod" startAt="2"/>
            </a:pP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La </a:t>
            </a:r>
            <a:r>
              <a:rPr lang="fr-FR" kern="0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vue</a:t>
            </a:r>
            <a:r>
              <a:rPr lang="fr-FR" kern="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affiche les données (Blade)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kern="0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F6F6C6-1D9B-8CCB-1A51-97A0D8FAA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76" b="10293"/>
          <a:stretch>
            <a:fillRect/>
          </a:stretch>
        </p:blipFill>
        <p:spPr>
          <a:xfrm>
            <a:off x="3631910" y="1815421"/>
            <a:ext cx="5344732" cy="22211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26D50B-2C86-07C0-5A5C-52DA614013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44"/>
          <a:stretch>
            <a:fillRect/>
          </a:stretch>
        </p:blipFill>
        <p:spPr>
          <a:xfrm>
            <a:off x="3780399" y="3709572"/>
            <a:ext cx="5047754" cy="333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519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E34A2888-98CD-CA01-1712-B0731D8A5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633703BA-F2A9-6AC0-1554-813919C847AF}"/>
              </a:ext>
            </a:extLst>
          </p:cNvPr>
          <p:cNvSpPr txBox="1"/>
          <p:nvPr/>
        </p:nvSpPr>
        <p:spPr>
          <a:xfrm>
            <a:off x="1475499" y="607448"/>
            <a:ext cx="940484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Formulaires &amp; Manipulation HTTP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">
            <a:extLst>
              <a:ext uri="{FF2B5EF4-FFF2-40B4-BE49-F238E27FC236}">
                <a16:creationId xmlns:a16="http://schemas.microsoft.com/office/drawing/2014/main" id="{97A2B0A8-339B-B054-9AC2-3571660CA179}"/>
              </a:ext>
            </a:extLst>
          </p:cNvPr>
          <p:cNvSpPr txBox="1"/>
          <p:nvPr/>
        </p:nvSpPr>
        <p:spPr>
          <a:xfrm>
            <a:off x="721582" y="1562419"/>
            <a:ext cx="10591915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Limitation du HTML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Les formulaires HTML utilisent GET et POST.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Solution Blade : </a:t>
            </a:r>
            <a:r>
              <a:rPr lang="fr-FR" kern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Laravel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utilise une technique appelée le </a:t>
            </a:r>
            <a:r>
              <a:rPr lang="fr-FR" b="1" kern="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Spoofing (Falsification de méthode)</a:t>
            </a:r>
            <a:r>
              <a:rPr lang="fr-FR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avec la directive </a:t>
            </a:r>
            <a:r>
              <a:rPr lang="fr-FR" b="1" kern="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@method('PUT'), </a:t>
            </a:r>
            <a:r>
              <a:rPr lang="fr-FR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 simuler des méthodes comme PUT ou DELETE non supportées par les formulaires HTML, en les traitant comme de vraies requêtes.</a:t>
            </a: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BE974D-0AE0-9653-4E8E-7CAB0B9EE834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3639CB57-7069-BFFB-C615-0BBEBB46A8B4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EE6571C-492A-A69D-7FA8-49063D2B6CC3}"/>
                </a:ext>
              </a:extLst>
            </p:cNvPr>
            <p:cNvSpPr txBox="1"/>
            <p:nvPr/>
          </p:nvSpPr>
          <p:spPr>
            <a:xfrm>
              <a:off x="11572240" y="352079"/>
              <a:ext cx="4277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36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12501683-641A-845F-DB5B-05F3A1784433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F87032-08DF-7452-B2B4-E00ACD390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03" y="3188131"/>
            <a:ext cx="10435002" cy="42149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2745B41-E066-2ED5-00CD-B88B41117F1E}"/>
              </a:ext>
            </a:extLst>
          </p:cNvPr>
          <p:cNvGrpSpPr/>
          <p:nvPr/>
        </p:nvGrpSpPr>
        <p:grpSpPr>
          <a:xfrm>
            <a:off x="2120734" y="2251276"/>
            <a:ext cx="7950521" cy="427220"/>
            <a:chOff x="2155503" y="4430829"/>
            <a:chExt cx="7950521" cy="42722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D2FE0F4-6BC6-F436-A58E-803D5FE5A8DE}"/>
                </a:ext>
              </a:extLst>
            </p:cNvPr>
            <p:cNvSpPr/>
            <p:nvPr/>
          </p:nvSpPr>
          <p:spPr>
            <a:xfrm>
              <a:off x="2155503" y="4430829"/>
              <a:ext cx="7950521" cy="427220"/>
            </a:xfrm>
            <a:prstGeom prst="roundRect">
              <a:avLst/>
            </a:prstGeom>
            <a:solidFill>
              <a:schemeClr val="bg1">
                <a:lumMod val="85000"/>
                <a:alpha val="45000"/>
              </a:schemeClr>
            </a:solidFill>
            <a:ln>
              <a:solidFill>
                <a:schemeClr val="tx2">
                  <a:lumMod val="75000"/>
                  <a:alpha val="74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8EDE09-6508-DEAC-D803-DEF4F8BD26FA}"/>
                </a:ext>
              </a:extLst>
            </p:cNvPr>
            <p:cNvSpPr txBox="1"/>
            <p:nvPr/>
          </p:nvSpPr>
          <p:spPr>
            <a:xfrm>
              <a:off x="2622521" y="4488717"/>
              <a:ext cx="74139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&lt;input type="hidden" name="_method" value="PUT"&gt;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587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54A37453-99CF-FC19-8366-F3D540A72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35F0C8EF-C426-1F89-2B12-FB2BA961AE95}"/>
              </a:ext>
            </a:extLst>
          </p:cNvPr>
          <p:cNvSpPr txBox="1"/>
          <p:nvPr/>
        </p:nvSpPr>
        <p:spPr>
          <a:xfrm>
            <a:off x="1048387" y="659856"/>
            <a:ext cx="1009521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Sécurité &amp; Validation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">
            <a:extLst>
              <a:ext uri="{FF2B5EF4-FFF2-40B4-BE49-F238E27FC236}">
                <a16:creationId xmlns:a16="http://schemas.microsoft.com/office/drawing/2014/main" id="{04BFCE59-EAD1-4686-1756-F90AD015D0AB}"/>
              </a:ext>
            </a:extLst>
          </p:cNvPr>
          <p:cNvSpPr txBox="1"/>
          <p:nvPr/>
        </p:nvSpPr>
        <p:spPr>
          <a:xfrm>
            <a:off x="525264" y="1512811"/>
            <a:ext cx="11141464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just"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FF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Sécurité Active (Falsification de Requête)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La faille de sécurité la plus courante sur le web est le CSRF (Cross-Site </a:t>
            </a:r>
            <a:r>
              <a:rPr lang="fr-FR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Request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FR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Forgery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  <a:r>
              <a:rPr lang="fr-FR" kern="0" dirty="0" err="1">
                <a:latin typeface="Times New Roman"/>
                <a:ea typeface="Times New Roman"/>
                <a:cs typeface="Times New Roman"/>
                <a:sym typeface="Times New Roman"/>
              </a:rPr>
              <a:t>Laravel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protège les formulaires avec un jeton vérifié à chaque requête.</a:t>
            </a:r>
          </a:p>
          <a:p>
            <a:pPr marL="171450" lvl="0" indent="-171450" algn="just"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kern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@csrf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Traitement et la Validation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Avant de sauvegarder les données en base, le Contrôleur valide techniquement la requête :</a:t>
            </a: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kern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b="1" kern="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endParaRPr lang="fr-FR" b="1" kern="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Protection Automatique : </a:t>
            </a:r>
            <a:r>
              <a:rPr lang="fr-FR" b="1" kern="0" dirty="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Eloquent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 bloque toutes les attaques par </a:t>
            </a:r>
            <a:r>
              <a:rPr lang="fr-FR" b="1" kern="0" dirty="0">
                <a:solidFill>
                  <a:srgbClr val="FF99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injection SQL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en arrière-plan, tandis que </a:t>
            </a:r>
            <a:r>
              <a:rPr lang="fr-FR" b="1" kern="0" dirty="0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Blade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neutralise automatiquement les scripts malveillants (attaques XSS) lors de l'affichage à l'écran.!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BFCFD8-F0D5-1C8E-537B-8B6E97831BF8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FCE393AB-B708-CAC4-2B45-82FFDFAA9573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C8A41BD-164B-591C-5E63-B7B8D1718337}"/>
                </a:ext>
              </a:extLst>
            </p:cNvPr>
            <p:cNvSpPr txBox="1"/>
            <p:nvPr/>
          </p:nvSpPr>
          <p:spPr>
            <a:xfrm>
              <a:off x="11572240" y="352079"/>
              <a:ext cx="4277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37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A70AF452-8BA8-691F-9141-77A7B0887C44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89C189-282A-C16B-E28D-1B1BB254682B}"/>
              </a:ext>
            </a:extLst>
          </p:cNvPr>
          <p:cNvGrpSpPr/>
          <p:nvPr/>
        </p:nvGrpSpPr>
        <p:grpSpPr>
          <a:xfrm>
            <a:off x="1847088" y="3154847"/>
            <a:ext cx="9296516" cy="415672"/>
            <a:chOff x="1847088" y="3974824"/>
            <a:chExt cx="9296516" cy="41567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01576C0-5DA9-E628-5C40-00F5B6313F2D}"/>
                </a:ext>
              </a:extLst>
            </p:cNvPr>
            <p:cNvSpPr/>
            <p:nvPr/>
          </p:nvSpPr>
          <p:spPr>
            <a:xfrm>
              <a:off x="1847088" y="3974824"/>
              <a:ext cx="8861233" cy="415672"/>
            </a:xfrm>
            <a:prstGeom prst="roundRect">
              <a:avLst/>
            </a:prstGeom>
            <a:solidFill>
              <a:schemeClr val="bg1">
                <a:lumMod val="85000"/>
                <a:alpha val="45000"/>
              </a:schemeClr>
            </a:solidFill>
            <a:ln>
              <a:solidFill>
                <a:schemeClr val="tx2">
                  <a:lumMod val="75000"/>
                  <a:alpha val="74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DBEFFA-4589-4E43-10D5-448028FC8F1E}"/>
                </a:ext>
              </a:extLst>
            </p:cNvPr>
            <p:cNvSpPr txBox="1"/>
            <p:nvPr/>
          </p:nvSpPr>
          <p:spPr>
            <a:xfrm>
              <a:off x="2078529" y="4021163"/>
              <a:ext cx="9065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$request-&gt;validate(['title' =&gt; 'required|max:255’| string]);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CEEACFA-8F07-76E1-C959-9FD285F35575}"/>
              </a:ext>
            </a:extLst>
          </p:cNvPr>
          <p:cNvGrpSpPr/>
          <p:nvPr/>
        </p:nvGrpSpPr>
        <p:grpSpPr>
          <a:xfrm>
            <a:off x="2120734" y="2251276"/>
            <a:ext cx="7950521" cy="427220"/>
            <a:chOff x="2155503" y="4430829"/>
            <a:chExt cx="7950521" cy="42722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C1A8DF6-467B-CF8B-3108-8B753DD6F070}"/>
                </a:ext>
              </a:extLst>
            </p:cNvPr>
            <p:cNvSpPr/>
            <p:nvPr/>
          </p:nvSpPr>
          <p:spPr>
            <a:xfrm>
              <a:off x="2155503" y="4430829"/>
              <a:ext cx="7950521" cy="427220"/>
            </a:xfrm>
            <a:prstGeom prst="roundRect">
              <a:avLst/>
            </a:prstGeom>
            <a:solidFill>
              <a:schemeClr val="bg1">
                <a:lumMod val="85000"/>
                <a:alpha val="45000"/>
              </a:schemeClr>
            </a:solidFill>
            <a:ln>
              <a:solidFill>
                <a:schemeClr val="tx2">
                  <a:lumMod val="75000"/>
                  <a:alpha val="74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F85CC0-B736-1CD4-4848-D59EF89D259E}"/>
                </a:ext>
              </a:extLst>
            </p:cNvPr>
            <p:cNvSpPr txBox="1"/>
            <p:nvPr/>
          </p:nvSpPr>
          <p:spPr>
            <a:xfrm>
              <a:off x="2474898" y="4488717"/>
              <a:ext cx="7561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kern="0" dirty="0">
                  <a:solidFill>
                    <a:srgbClr val="000000"/>
                  </a:solidFill>
                  <a:latin typeface="Simplified Arabic Fixed" panose="020F0502020204030204" pitchFamily="49" charset="-78"/>
                  <a:cs typeface="Simplified Arabic Fixed" panose="020F0502020204030204" pitchFamily="49" charset="-78"/>
                </a:rPr>
                <a:t>&lt;input type=“hidden” name=_token value=“a1Bx3….”&gt;</a:t>
              </a:r>
            </a:p>
          </p:txBody>
        </p:sp>
      </p:grp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AD1AB94-27BC-9BFC-9C74-EA5DE774394D}"/>
              </a:ext>
            </a:extLst>
          </p:cNvPr>
          <p:cNvSpPr/>
          <p:nvPr/>
        </p:nvSpPr>
        <p:spPr>
          <a:xfrm>
            <a:off x="1554480" y="2487168"/>
            <a:ext cx="292608" cy="10058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158229B-2913-86D5-615A-18EAB99E7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2937338"/>
            <a:ext cx="4066032" cy="282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5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>
          <a:extLst>
            <a:ext uri="{FF2B5EF4-FFF2-40B4-BE49-F238E27FC236}">
              <a16:creationId xmlns:a16="http://schemas.microsoft.com/office/drawing/2014/main" id="{C3806CD9-4132-1D12-2154-522D941AE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">
            <a:extLst>
              <a:ext uri="{FF2B5EF4-FFF2-40B4-BE49-F238E27FC236}">
                <a16:creationId xmlns:a16="http://schemas.microsoft.com/office/drawing/2014/main" id="{79E1B782-4F1A-CC4B-7B8C-E2F2406322E3}"/>
              </a:ext>
            </a:extLst>
          </p:cNvPr>
          <p:cNvSpPr txBox="1"/>
          <p:nvPr/>
        </p:nvSpPr>
        <p:spPr>
          <a:xfrm>
            <a:off x="1048391" y="489548"/>
            <a:ext cx="1009521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fr-FR" sz="40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EXEMPLE</a:t>
            </a:r>
            <a:endParaRPr kumimoji="0" sz="4000" b="0" i="0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D40E9CF-0DE9-7626-20E3-DF8140A9FDE1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3753ACB8-E9FF-607B-D97F-FF9E91D9554F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25238F9-D490-8F57-F9F1-11438960DB52}"/>
                </a:ext>
              </a:extLst>
            </p:cNvPr>
            <p:cNvSpPr txBox="1"/>
            <p:nvPr/>
          </p:nvSpPr>
          <p:spPr>
            <a:xfrm>
              <a:off x="11572240" y="352079"/>
              <a:ext cx="4277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38</a:t>
              </a:r>
            </a:p>
          </p:txBody>
        </p:sp>
      </p:grpSp>
      <p:sp>
        <p:nvSpPr>
          <p:cNvPr id="5" name="Google Shape;384;p3">
            <a:extLst>
              <a:ext uri="{FF2B5EF4-FFF2-40B4-BE49-F238E27FC236}">
                <a16:creationId xmlns:a16="http://schemas.microsoft.com/office/drawing/2014/main" id="{6D6CFB29-8B85-8129-FA06-157CB19D6132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00F2DD-E80B-787A-1F73-BE26257BD6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60"/>
          <a:stretch>
            <a:fillRect/>
          </a:stretch>
        </p:blipFill>
        <p:spPr>
          <a:xfrm>
            <a:off x="1381627" y="1087867"/>
            <a:ext cx="2983831" cy="5110277"/>
          </a:xfrm>
          <a:prstGeom prst="roundRect">
            <a:avLst>
              <a:gd name="adj" fmla="val 8367"/>
            </a:avLst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softEdge rad="12700"/>
          </a:effectLst>
        </p:spPr>
      </p:pic>
      <p:sp>
        <p:nvSpPr>
          <p:cNvPr id="10" name="Google Shape;451;p7">
            <a:extLst>
              <a:ext uri="{FF2B5EF4-FFF2-40B4-BE49-F238E27FC236}">
                <a16:creationId xmlns:a16="http://schemas.microsoft.com/office/drawing/2014/main" id="{CCCB5C23-06C7-60E5-4A12-39EA275CCDE7}"/>
              </a:ext>
            </a:extLst>
          </p:cNvPr>
          <p:cNvSpPr txBox="1"/>
          <p:nvPr/>
        </p:nvSpPr>
        <p:spPr>
          <a:xfrm>
            <a:off x="4991855" y="1806748"/>
            <a:ext cx="6151753" cy="133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lvl="0" indent="-171450" algn="just">
              <a:lnSpc>
                <a:spcPct val="150000"/>
              </a:lnSpc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fr-FR" b="1" kern="0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L'Expérience Utilisateur (UX) :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En cas d'échec de validation, </a:t>
            </a:r>
            <a:r>
              <a:rPr lang="fr-FR" b="1" kern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@error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affiche l'erreur précise, tandis que la fonction </a:t>
            </a:r>
            <a:r>
              <a:rPr lang="fr-FR" b="1" kern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old</a:t>
            </a:r>
            <a:r>
              <a:rPr lang="fr-FR" b="1" kern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</a:t>
            </a:r>
            <a:r>
              <a:rPr lang="fr-FR" kern="0" dirty="0">
                <a:latin typeface="Times New Roman"/>
                <a:ea typeface="Times New Roman"/>
                <a:cs typeface="Times New Roman"/>
                <a:sym typeface="Times New Roman"/>
              </a:rPr>
              <a:t>conserve toutes les données déjà saisies.</a:t>
            </a:r>
          </a:p>
        </p:txBody>
      </p:sp>
    </p:spTree>
    <p:extLst>
      <p:ext uri="{BB962C8B-B14F-4D97-AF65-F5344CB8AC3E}">
        <p14:creationId xmlns:p14="http://schemas.microsoft.com/office/powerpoint/2010/main" val="3377039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0">
          <a:extLst>
            <a:ext uri="{FF2B5EF4-FFF2-40B4-BE49-F238E27FC236}">
              <a16:creationId xmlns:a16="http://schemas.microsoft.com/office/drawing/2014/main" id="{604A37B5-ACAC-B2AD-00A0-0931DC953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">
            <a:extLst>
              <a:ext uri="{FF2B5EF4-FFF2-40B4-BE49-F238E27FC236}">
                <a16:creationId xmlns:a16="http://schemas.microsoft.com/office/drawing/2014/main" id="{2AD39A90-E6DE-CD2C-5373-7736D70B050E}"/>
              </a:ext>
            </a:extLst>
          </p:cNvPr>
          <p:cNvSpPr txBox="1"/>
          <p:nvPr/>
        </p:nvSpPr>
        <p:spPr>
          <a:xfrm>
            <a:off x="2365543" y="2151928"/>
            <a:ext cx="8966023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fr-FR" sz="44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Mini-Projet CRUD: </a:t>
            </a:r>
            <a:r>
              <a:rPr lang="fr-FR" sz="4400" kern="0" dirty="0" err="1">
                <a:solidFill>
                  <a:srgbClr val="7F7F7F"/>
                </a:solidFill>
                <a:ea typeface="Arial"/>
                <a:cs typeface="Arial"/>
                <a:sym typeface="Arial"/>
              </a:rPr>
              <a:t>CozyWatch</a:t>
            </a:r>
            <a:endParaRPr lang="fr-FR" sz="4400" kern="0" dirty="0">
              <a:solidFill>
                <a:srgbClr val="7F7F7F"/>
              </a:solidFill>
              <a:ea typeface="Arial"/>
              <a:cs typeface="Arial"/>
              <a:sym typeface="Arial"/>
            </a:endParaRPr>
          </a:p>
        </p:txBody>
      </p:sp>
      <p:grpSp>
        <p:nvGrpSpPr>
          <p:cNvPr id="432" name="Google Shape;432;p6">
            <a:extLst>
              <a:ext uri="{FF2B5EF4-FFF2-40B4-BE49-F238E27FC236}">
                <a16:creationId xmlns:a16="http://schemas.microsoft.com/office/drawing/2014/main" id="{6EAFDEEC-1628-F8AF-C0FB-DC32661195D5}"/>
              </a:ext>
            </a:extLst>
          </p:cNvPr>
          <p:cNvGrpSpPr/>
          <p:nvPr/>
        </p:nvGrpSpPr>
        <p:grpSpPr>
          <a:xfrm>
            <a:off x="2" y="6735574"/>
            <a:ext cx="12191998" cy="214750"/>
            <a:chOff x="2" y="2109154"/>
            <a:chExt cx="12191998" cy="214750"/>
          </a:xfrm>
        </p:grpSpPr>
        <p:sp>
          <p:nvSpPr>
            <p:cNvPr id="433" name="Google Shape;433;p6">
              <a:extLst>
                <a:ext uri="{FF2B5EF4-FFF2-40B4-BE49-F238E27FC236}">
                  <a16:creationId xmlns:a16="http://schemas.microsoft.com/office/drawing/2014/main" id="{73499838-1D15-2DFF-3E56-7E35FE0D67A8}"/>
                </a:ext>
              </a:extLst>
            </p:cNvPr>
            <p:cNvSpPr/>
            <p:nvPr/>
          </p:nvSpPr>
          <p:spPr>
            <a:xfrm rot="-5400000">
              <a:off x="1509451" y="600755"/>
              <a:ext cx="213700" cy="3232598"/>
            </a:xfrm>
            <a:prstGeom prst="rect">
              <a:avLst/>
            </a:prstGeom>
            <a:solidFill>
              <a:srgbClr val="9F22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6">
              <a:extLst>
                <a:ext uri="{FF2B5EF4-FFF2-40B4-BE49-F238E27FC236}">
                  <a16:creationId xmlns:a16="http://schemas.microsoft.com/office/drawing/2014/main" id="{37D992BE-184E-F826-517A-1F0C92A32B40}"/>
                </a:ext>
              </a:extLst>
            </p:cNvPr>
            <p:cNvSpPr/>
            <p:nvPr/>
          </p:nvSpPr>
          <p:spPr>
            <a:xfrm rot="-5400000">
              <a:off x="4585690" y="756066"/>
              <a:ext cx="191564" cy="2897744"/>
            </a:xfrm>
            <a:prstGeom prst="rect">
              <a:avLst/>
            </a:prstGeom>
            <a:solidFill>
              <a:srgbClr val="99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6">
              <a:extLst>
                <a:ext uri="{FF2B5EF4-FFF2-40B4-BE49-F238E27FC236}">
                  <a16:creationId xmlns:a16="http://schemas.microsoft.com/office/drawing/2014/main" id="{96E36077-2F26-5952-991F-1B2089AD29B8}"/>
                </a:ext>
              </a:extLst>
            </p:cNvPr>
            <p:cNvSpPr/>
            <p:nvPr/>
          </p:nvSpPr>
          <p:spPr>
            <a:xfrm rot="-5400000">
              <a:off x="7554267" y="685232"/>
              <a:ext cx="191564" cy="3039410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6">
              <a:extLst>
                <a:ext uri="{FF2B5EF4-FFF2-40B4-BE49-F238E27FC236}">
                  <a16:creationId xmlns:a16="http://schemas.microsoft.com/office/drawing/2014/main" id="{A5828739-BDFB-1B24-7CBE-8D369EEB67CA}"/>
                </a:ext>
              </a:extLst>
            </p:cNvPr>
            <p:cNvSpPr/>
            <p:nvPr/>
          </p:nvSpPr>
          <p:spPr>
            <a:xfrm rot="-5400000">
              <a:off x="10585094" y="693814"/>
              <a:ext cx="191566" cy="3022246"/>
            </a:xfrm>
            <a:prstGeom prst="rect">
              <a:avLst/>
            </a:prstGeom>
            <a:solidFill>
              <a:srgbClr val="9F22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37" name="Google Shape;437;p6">
            <a:extLst>
              <a:ext uri="{FF2B5EF4-FFF2-40B4-BE49-F238E27FC236}">
                <a16:creationId xmlns:a16="http://schemas.microsoft.com/office/drawing/2014/main" id="{2FE0C446-B13F-F234-9677-12BB21A5BC4F}"/>
              </a:ext>
            </a:extLst>
          </p:cNvPr>
          <p:cNvCxnSpPr>
            <a:cxnSpLocks/>
          </p:cNvCxnSpPr>
          <p:nvPr/>
        </p:nvCxnSpPr>
        <p:spPr>
          <a:xfrm>
            <a:off x="6130343" y="4185499"/>
            <a:ext cx="4536240" cy="2"/>
          </a:xfrm>
          <a:prstGeom prst="straightConnector1">
            <a:avLst/>
          </a:prstGeom>
          <a:noFill/>
          <a:ln w="15875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8" name="Google Shape;438;p6">
            <a:extLst>
              <a:ext uri="{FF2B5EF4-FFF2-40B4-BE49-F238E27FC236}">
                <a16:creationId xmlns:a16="http://schemas.microsoft.com/office/drawing/2014/main" id="{5F51A4E9-7579-A5A6-C05E-C3204D5766B2}"/>
              </a:ext>
            </a:extLst>
          </p:cNvPr>
          <p:cNvCxnSpPr/>
          <p:nvPr/>
        </p:nvCxnSpPr>
        <p:spPr>
          <a:xfrm>
            <a:off x="10666583" y="4185499"/>
            <a:ext cx="0" cy="876692"/>
          </a:xfrm>
          <a:prstGeom prst="straightConnector1">
            <a:avLst/>
          </a:prstGeom>
          <a:noFill/>
          <a:ln w="15875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9" name="Google Shape;439;p6">
            <a:extLst>
              <a:ext uri="{FF2B5EF4-FFF2-40B4-BE49-F238E27FC236}">
                <a16:creationId xmlns:a16="http://schemas.microsoft.com/office/drawing/2014/main" id="{5A03F2C2-84AA-BFB9-1D23-B7071F53AF88}"/>
              </a:ext>
            </a:extLst>
          </p:cNvPr>
          <p:cNvCxnSpPr/>
          <p:nvPr/>
        </p:nvCxnSpPr>
        <p:spPr>
          <a:xfrm>
            <a:off x="6130344" y="3013656"/>
            <a:ext cx="0" cy="1171845"/>
          </a:xfrm>
          <a:prstGeom prst="straightConnector1">
            <a:avLst/>
          </a:prstGeom>
          <a:noFill/>
          <a:ln w="15875" cap="flat" cmpd="sng">
            <a:solidFill>
              <a:srgbClr val="CC0000"/>
            </a:solidFill>
            <a:prstDash val="solid"/>
            <a:miter lim="800000"/>
            <a:headEnd type="oval" w="med" len="med"/>
            <a:tailEnd type="none" w="sm" len="sm"/>
          </a:ln>
        </p:spPr>
      </p:cxnSp>
      <p:sp>
        <p:nvSpPr>
          <p:cNvPr id="443" name="Google Shape;443;p6">
            <a:extLst>
              <a:ext uri="{FF2B5EF4-FFF2-40B4-BE49-F238E27FC236}">
                <a16:creationId xmlns:a16="http://schemas.microsoft.com/office/drawing/2014/main" id="{146471A3-2A0A-4FE3-DA0D-246D3E8A3F7C}"/>
              </a:ext>
            </a:extLst>
          </p:cNvPr>
          <p:cNvSpPr/>
          <p:nvPr/>
        </p:nvSpPr>
        <p:spPr>
          <a:xfrm rot="-5400000">
            <a:off x="4437109" y="5053708"/>
            <a:ext cx="488731" cy="28977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6">
            <a:extLst>
              <a:ext uri="{FF2B5EF4-FFF2-40B4-BE49-F238E27FC236}">
                <a16:creationId xmlns:a16="http://schemas.microsoft.com/office/drawing/2014/main" id="{2EFB675D-81EB-11EF-2298-DA5BFBE61AED}"/>
              </a:ext>
            </a:extLst>
          </p:cNvPr>
          <p:cNvSpPr/>
          <p:nvPr/>
        </p:nvSpPr>
        <p:spPr>
          <a:xfrm rot="-5400000">
            <a:off x="7405683" y="4982876"/>
            <a:ext cx="488733" cy="3039408"/>
          </a:xfrm>
          <a:prstGeom prst="rect">
            <a:avLst/>
          </a:prstGeom>
          <a:solidFill>
            <a:srgbClr val="9F22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6">
            <a:extLst>
              <a:ext uri="{FF2B5EF4-FFF2-40B4-BE49-F238E27FC236}">
                <a16:creationId xmlns:a16="http://schemas.microsoft.com/office/drawing/2014/main" id="{EC84966A-41BC-16AD-EF7A-F8399539A8A8}"/>
              </a:ext>
            </a:extLst>
          </p:cNvPr>
          <p:cNvSpPr/>
          <p:nvPr/>
        </p:nvSpPr>
        <p:spPr>
          <a:xfrm rot="-5400000">
            <a:off x="9818325" y="4373272"/>
            <a:ext cx="1707942" cy="30394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A2C875-25D0-CA1A-E960-4F8BB5BE1434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B503A550-22D6-3B99-D3E3-79DE5C53C8E3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621B11F-5C5D-7C7E-DA0D-62F51488AA18}"/>
                </a:ext>
              </a:extLst>
            </p:cNvPr>
            <p:cNvSpPr txBox="1"/>
            <p:nvPr/>
          </p:nvSpPr>
          <p:spPr>
            <a:xfrm>
              <a:off x="11587480" y="352079"/>
              <a:ext cx="3657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39</a:t>
              </a:r>
            </a:p>
          </p:txBody>
        </p:sp>
      </p:grpSp>
      <p:sp>
        <p:nvSpPr>
          <p:cNvPr id="6" name="Google Shape;384;p3">
            <a:extLst>
              <a:ext uri="{FF2B5EF4-FFF2-40B4-BE49-F238E27FC236}">
                <a16:creationId xmlns:a16="http://schemas.microsoft.com/office/drawing/2014/main" id="{3170FB4F-9FF2-7721-4E07-EB55364BE2C7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601;p25">
            <a:extLst>
              <a:ext uri="{FF2B5EF4-FFF2-40B4-BE49-F238E27FC236}">
                <a16:creationId xmlns:a16="http://schemas.microsoft.com/office/drawing/2014/main" id="{B7B55F3E-1447-D67B-1359-AEC63023EC4B}"/>
              </a:ext>
            </a:extLst>
          </p:cNvPr>
          <p:cNvSpPr/>
          <p:nvPr/>
        </p:nvSpPr>
        <p:spPr>
          <a:xfrm rot="16200000">
            <a:off x="1316410" y="4941806"/>
            <a:ext cx="599782" cy="3232601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Macbook PNG">
            <a:extLst>
              <a:ext uri="{FF2B5EF4-FFF2-40B4-BE49-F238E27FC236}">
                <a16:creationId xmlns:a16="http://schemas.microsoft.com/office/drawing/2014/main" id="{64CEF079-CD32-9EC7-F9FF-A5B124B1E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363" y="5201412"/>
            <a:ext cx="1923027" cy="153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hlinkClick r:id="rId4"/>
            <a:extLst>
              <a:ext uri="{FF2B5EF4-FFF2-40B4-BE49-F238E27FC236}">
                <a16:creationId xmlns:a16="http://schemas.microsoft.com/office/drawing/2014/main" id="{1C576907-A22F-DA46-6B5D-84E925496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366" y="5268825"/>
            <a:ext cx="1771890" cy="101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16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0">
          <a:extLst>
            <a:ext uri="{FF2B5EF4-FFF2-40B4-BE49-F238E27FC236}">
              <a16:creationId xmlns:a16="http://schemas.microsoft.com/office/drawing/2014/main" id="{4ED31699-AA9A-A9B8-5E76-1ED0C6BF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">
            <a:extLst>
              <a:ext uri="{FF2B5EF4-FFF2-40B4-BE49-F238E27FC236}">
                <a16:creationId xmlns:a16="http://schemas.microsoft.com/office/drawing/2014/main" id="{C7A0867A-E767-255F-EE60-8DB8BB2407A1}"/>
              </a:ext>
            </a:extLst>
          </p:cNvPr>
          <p:cNvSpPr txBox="1"/>
          <p:nvPr/>
        </p:nvSpPr>
        <p:spPr>
          <a:xfrm>
            <a:off x="2453433" y="485881"/>
            <a:ext cx="735382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fr-FR" sz="4400" kern="0" dirty="0">
                <a:solidFill>
                  <a:srgbClr val="7F7F7F"/>
                </a:solidFill>
                <a:ea typeface="Arial"/>
                <a:cs typeface="Arial"/>
                <a:sym typeface="Arial"/>
              </a:rPr>
              <a:t>Schéma Base des Données</a:t>
            </a:r>
          </a:p>
        </p:txBody>
      </p:sp>
      <p:grpSp>
        <p:nvGrpSpPr>
          <p:cNvPr id="432" name="Google Shape;432;p6">
            <a:extLst>
              <a:ext uri="{FF2B5EF4-FFF2-40B4-BE49-F238E27FC236}">
                <a16:creationId xmlns:a16="http://schemas.microsoft.com/office/drawing/2014/main" id="{A3B7D642-C085-C57D-D051-CE744CFF2D49}"/>
              </a:ext>
            </a:extLst>
          </p:cNvPr>
          <p:cNvGrpSpPr/>
          <p:nvPr/>
        </p:nvGrpSpPr>
        <p:grpSpPr>
          <a:xfrm>
            <a:off x="2" y="6735574"/>
            <a:ext cx="12191998" cy="214750"/>
            <a:chOff x="2" y="2109154"/>
            <a:chExt cx="12191998" cy="214750"/>
          </a:xfrm>
        </p:grpSpPr>
        <p:sp>
          <p:nvSpPr>
            <p:cNvPr id="433" name="Google Shape;433;p6">
              <a:extLst>
                <a:ext uri="{FF2B5EF4-FFF2-40B4-BE49-F238E27FC236}">
                  <a16:creationId xmlns:a16="http://schemas.microsoft.com/office/drawing/2014/main" id="{3C105DB9-A5C6-E46F-1ADA-3040FE1D877E}"/>
                </a:ext>
              </a:extLst>
            </p:cNvPr>
            <p:cNvSpPr/>
            <p:nvPr/>
          </p:nvSpPr>
          <p:spPr>
            <a:xfrm rot="-5400000">
              <a:off x="1509451" y="600755"/>
              <a:ext cx="213700" cy="3232598"/>
            </a:xfrm>
            <a:prstGeom prst="rect">
              <a:avLst/>
            </a:prstGeom>
            <a:solidFill>
              <a:srgbClr val="9F22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6">
              <a:extLst>
                <a:ext uri="{FF2B5EF4-FFF2-40B4-BE49-F238E27FC236}">
                  <a16:creationId xmlns:a16="http://schemas.microsoft.com/office/drawing/2014/main" id="{385986C5-CB23-8FE2-404F-161E961B96EB}"/>
                </a:ext>
              </a:extLst>
            </p:cNvPr>
            <p:cNvSpPr/>
            <p:nvPr/>
          </p:nvSpPr>
          <p:spPr>
            <a:xfrm rot="-5400000">
              <a:off x="4585690" y="756066"/>
              <a:ext cx="191564" cy="2897744"/>
            </a:xfrm>
            <a:prstGeom prst="rect">
              <a:avLst/>
            </a:prstGeom>
            <a:solidFill>
              <a:srgbClr val="99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6">
              <a:extLst>
                <a:ext uri="{FF2B5EF4-FFF2-40B4-BE49-F238E27FC236}">
                  <a16:creationId xmlns:a16="http://schemas.microsoft.com/office/drawing/2014/main" id="{8AE8FA77-F2AD-8039-AB19-C4F556657144}"/>
                </a:ext>
              </a:extLst>
            </p:cNvPr>
            <p:cNvSpPr/>
            <p:nvPr/>
          </p:nvSpPr>
          <p:spPr>
            <a:xfrm rot="-5400000">
              <a:off x="7554267" y="685232"/>
              <a:ext cx="191564" cy="3039410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6">
              <a:extLst>
                <a:ext uri="{FF2B5EF4-FFF2-40B4-BE49-F238E27FC236}">
                  <a16:creationId xmlns:a16="http://schemas.microsoft.com/office/drawing/2014/main" id="{5986A856-AD14-B041-CB71-237FBEFF6D59}"/>
                </a:ext>
              </a:extLst>
            </p:cNvPr>
            <p:cNvSpPr/>
            <p:nvPr/>
          </p:nvSpPr>
          <p:spPr>
            <a:xfrm rot="-5400000">
              <a:off x="10585094" y="693814"/>
              <a:ext cx="191566" cy="3022246"/>
            </a:xfrm>
            <a:prstGeom prst="rect">
              <a:avLst/>
            </a:prstGeom>
            <a:solidFill>
              <a:srgbClr val="9F22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3" name="Google Shape;443;p6">
            <a:extLst>
              <a:ext uri="{FF2B5EF4-FFF2-40B4-BE49-F238E27FC236}">
                <a16:creationId xmlns:a16="http://schemas.microsoft.com/office/drawing/2014/main" id="{65BA4BDD-4FFF-31CF-BA62-AE0162194E32}"/>
              </a:ext>
            </a:extLst>
          </p:cNvPr>
          <p:cNvSpPr/>
          <p:nvPr/>
        </p:nvSpPr>
        <p:spPr>
          <a:xfrm rot="-5400000">
            <a:off x="4437109" y="5053708"/>
            <a:ext cx="488731" cy="28977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6">
            <a:extLst>
              <a:ext uri="{FF2B5EF4-FFF2-40B4-BE49-F238E27FC236}">
                <a16:creationId xmlns:a16="http://schemas.microsoft.com/office/drawing/2014/main" id="{F5129AE2-1DF4-B298-03B2-022BEF97B2C3}"/>
              </a:ext>
            </a:extLst>
          </p:cNvPr>
          <p:cNvSpPr/>
          <p:nvPr/>
        </p:nvSpPr>
        <p:spPr>
          <a:xfrm rot="-5400000">
            <a:off x="7405683" y="4982876"/>
            <a:ext cx="488733" cy="3039408"/>
          </a:xfrm>
          <a:prstGeom prst="rect">
            <a:avLst/>
          </a:prstGeom>
          <a:solidFill>
            <a:srgbClr val="9F22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6">
            <a:extLst>
              <a:ext uri="{FF2B5EF4-FFF2-40B4-BE49-F238E27FC236}">
                <a16:creationId xmlns:a16="http://schemas.microsoft.com/office/drawing/2014/main" id="{7A11256F-E803-B365-7A20-92098E86A14F}"/>
              </a:ext>
            </a:extLst>
          </p:cNvPr>
          <p:cNvSpPr/>
          <p:nvPr/>
        </p:nvSpPr>
        <p:spPr>
          <a:xfrm rot="-5400000">
            <a:off x="10425408" y="4980355"/>
            <a:ext cx="493776" cy="30394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DF939A-3EE4-7392-6CCB-216EF32D11F4}"/>
              </a:ext>
            </a:extLst>
          </p:cNvPr>
          <p:cNvGrpSpPr/>
          <p:nvPr/>
        </p:nvGrpSpPr>
        <p:grpSpPr>
          <a:xfrm>
            <a:off x="11506200" y="259080"/>
            <a:ext cx="495300" cy="493776"/>
            <a:chOff x="11506200" y="259080"/>
            <a:chExt cx="495300" cy="493776"/>
          </a:xfrm>
        </p:grpSpPr>
        <p:sp>
          <p:nvSpPr>
            <p:cNvPr id="3" name="Google Shape;362;p3">
              <a:extLst>
                <a:ext uri="{FF2B5EF4-FFF2-40B4-BE49-F238E27FC236}">
                  <a16:creationId xmlns:a16="http://schemas.microsoft.com/office/drawing/2014/main" id="{3B3F892B-B2F3-1FD4-E47D-10C9B5DCE713}"/>
                </a:ext>
              </a:extLst>
            </p:cNvPr>
            <p:cNvSpPr/>
            <p:nvPr/>
          </p:nvSpPr>
          <p:spPr>
            <a:xfrm>
              <a:off x="11506200" y="259080"/>
              <a:ext cx="495300" cy="4937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1658B86-C74A-D069-554B-A3A81AE599E3}"/>
                </a:ext>
              </a:extLst>
            </p:cNvPr>
            <p:cNvSpPr txBox="1"/>
            <p:nvPr/>
          </p:nvSpPr>
          <p:spPr>
            <a:xfrm>
              <a:off x="11587480" y="352079"/>
              <a:ext cx="3657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40</a:t>
              </a:r>
            </a:p>
          </p:txBody>
        </p:sp>
      </p:grpSp>
      <p:sp>
        <p:nvSpPr>
          <p:cNvPr id="6" name="Google Shape;384;p3">
            <a:extLst>
              <a:ext uri="{FF2B5EF4-FFF2-40B4-BE49-F238E27FC236}">
                <a16:creationId xmlns:a16="http://schemas.microsoft.com/office/drawing/2014/main" id="{E3FAF1DE-0059-752F-653D-2E1249339749}"/>
              </a:ext>
            </a:extLst>
          </p:cNvPr>
          <p:cNvSpPr/>
          <p:nvPr/>
        </p:nvSpPr>
        <p:spPr>
          <a:xfrm>
            <a:off x="11506200" y="725423"/>
            <a:ext cx="493776" cy="274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601;p25">
            <a:extLst>
              <a:ext uri="{FF2B5EF4-FFF2-40B4-BE49-F238E27FC236}">
                <a16:creationId xmlns:a16="http://schemas.microsoft.com/office/drawing/2014/main" id="{DF37310A-931A-0B60-306C-84FDE0172393}"/>
              </a:ext>
            </a:extLst>
          </p:cNvPr>
          <p:cNvSpPr/>
          <p:nvPr/>
        </p:nvSpPr>
        <p:spPr>
          <a:xfrm rot="16200000">
            <a:off x="1316410" y="4941806"/>
            <a:ext cx="599782" cy="3232601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B2B687-E2BA-4FAF-0906-2498FA51B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984" y="1430387"/>
            <a:ext cx="4106077" cy="458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6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411">
          <a:extLst>
            <a:ext uri="{FF2B5EF4-FFF2-40B4-BE49-F238E27FC236}">
              <a16:creationId xmlns:a16="http://schemas.microsoft.com/office/drawing/2014/main" id="{D314B9EE-4E32-3A77-7482-149D6188A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">
            <a:extLst>
              <a:ext uri="{FF2B5EF4-FFF2-40B4-BE49-F238E27FC236}">
                <a16:creationId xmlns:a16="http://schemas.microsoft.com/office/drawing/2014/main" id="{ED3A4CE2-7278-59B8-0520-4FA4A319624C}"/>
              </a:ext>
            </a:extLst>
          </p:cNvPr>
          <p:cNvSpPr/>
          <p:nvPr/>
        </p:nvSpPr>
        <p:spPr>
          <a:xfrm rot="-5400000">
            <a:off x="2671769" y="5465767"/>
            <a:ext cx="752466" cy="2032000"/>
          </a:xfrm>
          <a:prstGeom prst="rect">
            <a:avLst/>
          </a:prstGeom>
          <a:solidFill>
            <a:srgbClr val="9F220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5">
            <a:extLst>
              <a:ext uri="{FF2B5EF4-FFF2-40B4-BE49-F238E27FC236}">
                <a16:creationId xmlns:a16="http://schemas.microsoft.com/office/drawing/2014/main" id="{5BE9F9BC-EA84-B6FD-1CF6-9BB22CAFB350}"/>
              </a:ext>
            </a:extLst>
          </p:cNvPr>
          <p:cNvSpPr/>
          <p:nvPr/>
        </p:nvSpPr>
        <p:spPr>
          <a:xfrm rot="-5400000">
            <a:off x="4703767" y="5465765"/>
            <a:ext cx="752468" cy="20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5">
            <a:extLst>
              <a:ext uri="{FF2B5EF4-FFF2-40B4-BE49-F238E27FC236}">
                <a16:creationId xmlns:a16="http://schemas.microsoft.com/office/drawing/2014/main" id="{3679F381-F683-7318-97B3-ADFC72DB2B38}"/>
              </a:ext>
            </a:extLst>
          </p:cNvPr>
          <p:cNvSpPr/>
          <p:nvPr/>
        </p:nvSpPr>
        <p:spPr>
          <a:xfrm rot="-5400000">
            <a:off x="6735765" y="5465764"/>
            <a:ext cx="752471" cy="2032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5">
            <a:extLst>
              <a:ext uri="{FF2B5EF4-FFF2-40B4-BE49-F238E27FC236}">
                <a16:creationId xmlns:a16="http://schemas.microsoft.com/office/drawing/2014/main" id="{EA0208B3-BBB5-B6E0-11DB-B04236F54400}"/>
              </a:ext>
            </a:extLst>
          </p:cNvPr>
          <p:cNvSpPr/>
          <p:nvPr/>
        </p:nvSpPr>
        <p:spPr>
          <a:xfrm rot="-5400000">
            <a:off x="8767764" y="5465762"/>
            <a:ext cx="752474" cy="2032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5">
            <a:extLst>
              <a:ext uri="{FF2B5EF4-FFF2-40B4-BE49-F238E27FC236}">
                <a16:creationId xmlns:a16="http://schemas.microsoft.com/office/drawing/2014/main" id="{4C30D4E9-A6FF-4A23-71FB-C79B7D8E1879}"/>
              </a:ext>
            </a:extLst>
          </p:cNvPr>
          <p:cNvSpPr/>
          <p:nvPr/>
        </p:nvSpPr>
        <p:spPr>
          <a:xfrm rot="-5400000">
            <a:off x="10799766" y="5465766"/>
            <a:ext cx="752468" cy="2032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5">
            <a:extLst>
              <a:ext uri="{FF2B5EF4-FFF2-40B4-BE49-F238E27FC236}">
                <a16:creationId xmlns:a16="http://schemas.microsoft.com/office/drawing/2014/main" id="{BF81D9F8-6111-F9D0-EAB9-8F0D9A8D4215}"/>
              </a:ext>
            </a:extLst>
          </p:cNvPr>
          <p:cNvSpPr/>
          <p:nvPr/>
        </p:nvSpPr>
        <p:spPr>
          <a:xfrm rot="-5400000">
            <a:off x="639763" y="5465762"/>
            <a:ext cx="752475" cy="2032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8" name="Google Shape;418;p5">
            <a:extLst>
              <a:ext uri="{FF2B5EF4-FFF2-40B4-BE49-F238E27FC236}">
                <a16:creationId xmlns:a16="http://schemas.microsoft.com/office/drawing/2014/main" id="{8745C0E9-D86A-4DED-DEA9-31A8277AD3CC}"/>
              </a:ext>
            </a:extLst>
          </p:cNvPr>
          <p:cNvGrpSpPr/>
          <p:nvPr/>
        </p:nvGrpSpPr>
        <p:grpSpPr>
          <a:xfrm>
            <a:off x="1" y="6736617"/>
            <a:ext cx="12192000" cy="134340"/>
            <a:chOff x="2" y="2110197"/>
            <a:chExt cx="12192000" cy="134340"/>
          </a:xfrm>
        </p:grpSpPr>
        <p:sp>
          <p:nvSpPr>
            <p:cNvPr id="419" name="Google Shape;419;p5">
              <a:extLst>
                <a:ext uri="{FF2B5EF4-FFF2-40B4-BE49-F238E27FC236}">
                  <a16:creationId xmlns:a16="http://schemas.microsoft.com/office/drawing/2014/main" id="{46C3FBE4-B5FE-B4C9-8447-2B1D19482E05}"/>
                </a:ext>
              </a:extLst>
            </p:cNvPr>
            <p:cNvSpPr/>
            <p:nvPr/>
          </p:nvSpPr>
          <p:spPr>
            <a:xfrm rot="-5400000">
              <a:off x="2980836" y="1161370"/>
              <a:ext cx="134333" cy="20320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5">
              <a:extLst>
                <a:ext uri="{FF2B5EF4-FFF2-40B4-BE49-F238E27FC236}">
                  <a16:creationId xmlns:a16="http://schemas.microsoft.com/office/drawing/2014/main" id="{BCD5FC9C-BB73-2292-F424-DF5244B809E6}"/>
                </a:ext>
              </a:extLst>
            </p:cNvPr>
            <p:cNvSpPr/>
            <p:nvPr/>
          </p:nvSpPr>
          <p:spPr>
            <a:xfrm rot="-5400000">
              <a:off x="5012835" y="1161369"/>
              <a:ext cx="134333" cy="2032000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5">
              <a:extLst>
                <a:ext uri="{FF2B5EF4-FFF2-40B4-BE49-F238E27FC236}">
                  <a16:creationId xmlns:a16="http://schemas.microsoft.com/office/drawing/2014/main" id="{4C8714F2-8F00-31BA-FB1A-E63FCFD08B70}"/>
                </a:ext>
              </a:extLst>
            </p:cNvPr>
            <p:cNvSpPr/>
            <p:nvPr/>
          </p:nvSpPr>
          <p:spPr>
            <a:xfrm rot="-5400000">
              <a:off x="7044834" y="1161369"/>
              <a:ext cx="134335" cy="203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5">
              <a:extLst>
                <a:ext uri="{FF2B5EF4-FFF2-40B4-BE49-F238E27FC236}">
                  <a16:creationId xmlns:a16="http://schemas.microsoft.com/office/drawing/2014/main" id="{3418D5BE-FE8E-82F6-F8C3-2308A79D8256}"/>
                </a:ext>
              </a:extLst>
            </p:cNvPr>
            <p:cNvSpPr/>
            <p:nvPr/>
          </p:nvSpPr>
          <p:spPr>
            <a:xfrm rot="-5400000">
              <a:off x="9076834" y="1161367"/>
              <a:ext cx="134336" cy="2032000"/>
            </a:xfrm>
            <a:prstGeom prst="rect">
              <a:avLst/>
            </a:prstGeom>
            <a:solidFill>
              <a:srgbClr val="9F220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5">
              <a:extLst>
                <a:ext uri="{FF2B5EF4-FFF2-40B4-BE49-F238E27FC236}">
                  <a16:creationId xmlns:a16="http://schemas.microsoft.com/office/drawing/2014/main" id="{89F12CB3-F0EA-12B9-554C-38588A957547}"/>
                </a:ext>
              </a:extLst>
            </p:cNvPr>
            <p:cNvSpPr/>
            <p:nvPr/>
          </p:nvSpPr>
          <p:spPr>
            <a:xfrm rot="-5400000">
              <a:off x="11108832" y="1161366"/>
              <a:ext cx="134338" cy="2032000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5">
              <a:extLst>
                <a:ext uri="{FF2B5EF4-FFF2-40B4-BE49-F238E27FC236}">
                  <a16:creationId xmlns:a16="http://schemas.microsoft.com/office/drawing/2014/main" id="{0CAB2308-85D6-0C7B-CE23-9EF9ADC20A18}"/>
                </a:ext>
              </a:extLst>
            </p:cNvPr>
            <p:cNvSpPr/>
            <p:nvPr/>
          </p:nvSpPr>
          <p:spPr>
            <a:xfrm rot="-5400000">
              <a:off x="948836" y="1161370"/>
              <a:ext cx="134331" cy="2032000"/>
            </a:xfrm>
            <a:prstGeom prst="rect">
              <a:avLst/>
            </a:prstGeom>
            <a:solidFill>
              <a:srgbClr val="90321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5" name="Google Shape;425;p5">
            <a:extLst>
              <a:ext uri="{FF2B5EF4-FFF2-40B4-BE49-F238E27FC236}">
                <a16:creationId xmlns:a16="http://schemas.microsoft.com/office/drawing/2014/main" id="{9D18A4BB-65C2-66B2-D7E6-90D87232E67A}"/>
              </a:ext>
            </a:extLst>
          </p:cNvPr>
          <p:cNvSpPr txBox="1"/>
          <p:nvPr/>
        </p:nvSpPr>
        <p:spPr>
          <a:xfrm>
            <a:off x="2529185" y="2656008"/>
            <a:ext cx="713362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4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p5">
            <a:extLst>
              <a:ext uri="{FF2B5EF4-FFF2-40B4-BE49-F238E27FC236}">
                <a16:creationId xmlns:a16="http://schemas.microsoft.com/office/drawing/2014/main" id="{B211BD88-7CC8-8178-FEE5-82AE132CD09D}"/>
              </a:ext>
            </a:extLst>
          </p:cNvPr>
          <p:cNvCxnSpPr/>
          <p:nvPr/>
        </p:nvCxnSpPr>
        <p:spPr>
          <a:xfrm>
            <a:off x="5723825" y="3802513"/>
            <a:ext cx="744351" cy="0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950179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5"/>
          <p:cNvSpPr/>
          <p:nvPr/>
        </p:nvSpPr>
        <p:spPr>
          <a:xfrm rot="-5400000">
            <a:off x="-2412993" y="2413007"/>
            <a:ext cx="6857987" cy="2032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65"/>
          <p:cNvSpPr/>
          <p:nvPr/>
        </p:nvSpPr>
        <p:spPr>
          <a:xfrm rot="-5400000">
            <a:off x="-380992" y="2413005"/>
            <a:ext cx="6857987" cy="2032000"/>
          </a:xfrm>
          <a:prstGeom prst="rect">
            <a:avLst/>
          </a:prstGeom>
          <a:solidFill>
            <a:srgbClr val="DE2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65"/>
          <p:cNvSpPr/>
          <p:nvPr/>
        </p:nvSpPr>
        <p:spPr>
          <a:xfrm rot="-5400000">
            <a:off x="1651010" y="2413005"/>
            <a:ext cx="6857982" cy="2032000"/>
          </a:xfrm>
          <a:prstGeom prst="rect">
            <a:avLst/>
          </a:prstGeom>
          <a:solidFill>
            <a:srgbClr val="B02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65"/>
          <p:cNvSpPr/>
          <p:nvPr/>
        </p:nvSpPr>
        <p:spPr>
          <a:xfrm rot="-5400000">
            <a:off x="3683002" y="2412998"/>
            <a:ext cx="6857998" cy="2032000"/>
          </a:xfrm>
          <a:prstGeom prst="rect">
            <a:avLst/>
          </a:prstGeom>
          <a:solidFill>
            <a:srgbClr val="8E1B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65"/>
          <p:cNvSpPr/>
          <p:nvPr/>
        </p:nvSpPr>
        <p:spPr>
          <a:xfrm rot="-5400000">
            <a:off x="5715002" y="2412997"/>
            <a:ext cx="6857998" cy="2032000"/>
          </a:xfrm>
          <a:prstGeom prst="rect">
            <a:avLst/>
          </a:prstGeom>
          <a:solidFill>
            <a:srgbClr val="B02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65"/>
          <p:cNvSpPr/>
          <p:nvPr/>
        </p:nvSpPr>
        <p:spPr>
          <a:xfrm rot="-5400000">
            <a:off x="7747042" y="2413040"/>
            <a:ext cx="6857916" cy="2032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65"/>
          <p:cNvSpPr/>
          <p:nvPr/>
        </p:nvSpPr>
        <p:spPr>
          <a:xfrm>
            <a:off x="10164502" y="5621898"/>
            <a:ext cx="2027498" cy="1482489"/>
          </a:xfrm>
          <a:custGeom>
            <a:avLst/>
            <a:gdLst/>
            <a:ahLst/>
            <a:cxnLst/>
            <a:rect l="l" t="t" r="r" b="b"/>
            <a:pathLst>
              <a:path w="1276" h="933" extrusionOk="0">
                <a:moveTo>
                  <a:pt x="1233" y="746"/>
                </a:moveTo>
                <a:lnTo>
                  <a:pt x="1230" y="748"/>
                </a:lnTo>
                <a:lnTo>
                  <a:pt x="1228" y="748"/>
                </a:lnTo>
                <a:lnTo>
                  <a:pt x="1221" y="748"/>
                </a:lnTo>
                <a:lnTo>
                  <a:pt x="1216" y="748"/>
                </a:lnTo>
                <a:lnTo>
                  <a:pt x="1206" y="748"/>
                </a:lnTo>
                <a:lnTo>
                  <a:pt x="1206" y="741"/>
                </a:lnTo>
                <a:lnTo>
                  <a:pt x="1211" y="216"/>
                </a:lnTo>
                <a:lnTo>
                  <a:pt x="1213" y="216"/>
                </a:lnTo>
                <a:lnTo>
                  <a:pt x="1218" y="216"/>
                </a:lnTo>
                <a:lnTo>
                  <a:pt x="1221" y="214"/>
                </a:lnTo>
                <a:lnTo>
                  <a:pt x="1221" y="214"/>
                </a:lnTo>
                <a:lnTo>
                  <a:pt x="1221" y="185"/>
                </a:lnTo>
                <a:lnTo>
                  <a:pt x="1218" y="185"/>
                </a:lnTo>
                <a:lnTo>
                  <a:pt x="1213" y="182"/>
                </a:lnTo>
                <a:lnTo>
                  <a:pt x="1206" y="182"/>
                </a:lnTo>
                <a:lnTo>
                  <a:pt x="1197" y="180"/>
                </a:lnTo>
                <a:lnTo>
                  <a:pt x="1192" y="180"/>
                </a:lnTo>
                <a:lnTo>
                  <a:pt x="1192" y="93"/>
                </a:lnTo>
                <a:lnTo>
                  <a:pt x="1182" y="0"/>
                </a:lnTo>
                <a:lnTo>
                  <a:pt x="1175" y="90"/>
                </a:lnTo>
                <a:lnTo>
                  <a:pt x="1172" y="180"/>
                </a:lnTo>
                <a:lnTo>
                  <a:pt x="1165" y="180"/>
                </a:lnTo>
                <a:lnTo>
                  <a:pt x="1158" y="180"/>
                </a:lnTo>
                <a:lnTo>
                  <a:pt x="1151" y="180"/>
                </a:lnTo>
                <a:lnTo>
                  <a:pt x="1143" y="182"/>
                </a:lnTo>
                <a:lnTo>
                  <a:pt x="1141" y="182"/>
                </a:lnTo>
                <a:lnTo>
                  <a:pt x="1141" y="212"/>
                </a:lnTo>
                <a:lnTo>
                  <a:pt x="1141" y="212"/>
                </a:lnTo>
                <a:lnTo>
                  <a:pt x="1143" y="214"/>
                </a:lnTo>
                <a:lnTo>
                  <a:pt x="1148" y="214"/>
                </a:lnTo>
                <a:lnTo>
                  <a:pt x="1151" y="214"/>
                </a:lnTo>
                <a:lnTo>
                  <a:pt x="1146" y="714"/>
                </a:lnTo>
                <a:lnTo>
                  <a:pt x="1071" y="659"/>
                </a:lnTo>
                <a:lnTo>
                  <a:pt x="661" y="651"/>
                </a:lnTo>
                <a:lnTo>
                  <a:pt x="659" y="496"/>
                </a:lnTo>
                <a:lnTo>
                  <a:pt x="666" y="496"/>
                </a:lnTo>
                <a:lnTo>
                  <a:pt x="666" y="491"/>
                </a:lnTo>
                <a:lnTo>
                  <a:pt x="611" y="491"/>
                </a:lnTo>
                <a:lnTo>
                  <a:pt x="611" y="430"/>
                </a:lnTo>
                <a:lnTo>
                  <a:pt x="620" y="428"/>
                </a:lnTo>
                <a:lnTo>
                  <a:pt x="620" y="425"/>
                </a:lnTo>
                <a:lnTo>
                  <a:pt x="603" y="423"/>
                </a:lnTo>
                <a:lnTo>
                  <a:pt x="606" y="420"/>
                </a:lnTo>
                <a:lnTo>
                  <a:pt x="608" y="413"/>
                </a:lnTo>
                <a:lnTo>
                  <a:pt x="608" y="406"/>
                </a:lnTo>
                <a:lnTo>
                  <a:pt x="608" y="399"/>
                </a:lnTo>
                <a:lnTo>
                  <a:pt x="606" y="389"/>
                </a:lnTo>
                <a:lnTo>
                  <a:pt x="601" y="384"/>
                </a:lnTo>
                <a:lnTo>
                  <a:pt x="594" y="379"/>
                </a:lnTo>
                <a:lnTo>
                  <a:pt x="586" y="377"/>
                </a:lnTo>
                <a:lnTo>
                  <a:pt x="586" y="377"/>
                </a:lnTo>
                <a:lnTo>
                  <a:pt x="577" y="374"/>
                </a:lnTo>
                <a:lnTo>
                  <a:pt x="569" y="377"/>
                </a:lnTo>
                <a:lnTo>
                  <a:pt x="569" y="377"/>
                </a:lnTo>
                <a:lnTo>
                  <a:pt x="562" y="379"/>
                </a:lnTo>
                <a:lnTo>
                  <a:pt x="557" y="384"/>
                </a:lnTo>
                <a:lnTo>
                  <a:pt x="552" y="391"/>
                </a:lnTo>
                <a:lnTo>
                  <a:pt x="548" y="399"/>
                </a:lnTo>
                <a:lnTo>
                  <a:pt x="548" y="399"/>
                </a:lnTo>
                <a:lnTo>
                  <a:pt x="548" y="406"/>
                </a:lnTo>
                <a:lnTo>
                  <a:pt x="548" y="413"/>
                </a:lnTo>
                <a:lnTo>
                  <a:pt x="552" y="420"/>
                </a:lnTo>
                <a:lnTo>
                  <a:pt x="552" y="423"/>
                </a:lnTo>
                <a:lnTo>
                  <a:pt x="552" y="423"/>
                </a:lnTo>
                <a:lnTo>
                  <a:pt x="538" y="425"/>
                </a:lnTo>
                <a:lnTo>
                  <a:pt x="538" y="430"/>
                </a:lnTo>
                <a:lnTo>
                  <a:pt x="548" y="430"/>
                </a:lnTo>
                <a:lnTo>
                  <a:pt x="550" y="491"/>
                </a:lnTo>
                <a:lnTo>
                  <a:pt x="519" y="491"/>
                </a:lnTo>
                <a:lnTo>
                  <a:pt x="509" y="491"/>
                </a:lnTo>
                <a:lnTo>
                  <a:pt x="412" y="491"/>
                </a:lnTo>
                <a:lnTo>
                  <a:pt x="412" y="491"/>
                </a:lnTo>
                <a:lnTo>
                  <a:pt x="402" y="491"/>
                </a:lnTo>
                <a:lnTo>
                  <a:pt x="359" y="491"/>
                </a:lnTo>
                <a:lnTo>
                  <a:pt x="359" y="464"/>
                </a:lnTo>
                <a:lnTo>
                  <a:pt x="366" y="464"/>
                </a:lnTo>
                <a:lnTo>
                  <a:pt x="366" y="459"/>
                </a:lnTo>
                <a:lnTo>
                  <a:pt x="206" y="459"/>
                </a:lnTo>
                <a:lnTo>
                  <a:pt x="204" y="447"/>
                </a:lnTo>
                <a:lnTo>
                  <a:pt x="201" y="430"/>
                </a:lnTo>
                <a:lnTo>
                  <a:pt x="194" y="416"/>
                </a:lnTo>
                <a:lnTo>
                  <a:pt x="187" y="403"/>
                </a:lnTo>
                <a:lnTo>
                  <a:pt x="177" y="391"/>
                </a:lnTo>
                <a:lnTo>
                  <a:pt x="167" y="379"/>
                </a:lnTo>
                <a:lnTo>
                  <a:pt x="155" y="369"/>
                </a:lnTo>
                <a:lnTo>
                  <a:pt x="141" y="362"/>
                </a:lnTo>
                <a:lnTo>
                  <a:pt x="141" y="360"/>
                </a:lnTo>
                <a:lnTo>
                  <a:pt x="126" y="355"/>
                </a:lnTo>
                <a:lnTo>
                  <a:pt x="114" y="350"/>
                </a:lnTo>
                <a:lnTo>
                  <a:pt x="114" y="348"/>
                </a:lnTo>
                <a:lnTo>
                  <a:pt x="112" y="348"/>
                </a:lnTo>
                <a:lnTo>
                  <a:pt x="112" y="348"/>
                </a:lnTo>
                <a:lnTo>
                  <a:pt x="97" y="345"/>
                </a:lnTo>
                <a:lnTo>
                  <a:pt x="95" y="345"/>
                </a:lnTo>
                <a:lnTo>
                  <a:pt x="92" y="345"/>
                </a:lnTo>
                <a:lnTo>
                  <a:pt x="90" y="345"/>
                </a:lnTo>
                <a:lnTo>
                  <a:pt x="88" y="345"/>
                </a:lnTo>
                <a:lnTo>
                  <a:pt x="90" y="263"/>
                </a:lnTo>
                <a:lnTo>
                  <a:pt x="78" y="263"/>
                </a:lnTo>
                <a:lnTo>
                  <a:pt x="75" y="345"/>
                </a:lnTo>
                <a:lnTo>
                  <a:pt x="73" y="345"/>
                </a:lnTo>
                <a:lnTo>
                  <a:pt x="71" y="345"/>
                </a:lnTo>
                <a:lnTo>
                  <a:pt x="68" y="345"/>
                </a:lnTo>
                <a:lnTo>
                  <a:pt x="54" y="348"/>
                </a:lnTo>
                <a:lnTo>
                  <a:pt x="51" y="348"/>
                </a:lnTo>
                <a:lnTo>
                  <a:pt x="51" y="348"/>
                </a:lnTo>
                <a:lnTo>
                  <a:pt x="51" y="348"/>
                </a:lnTo>
                <a:lnTo>
                  <a:pt x="51" y="350"/>
                </a:lnTo>
                <a:lnTo>
                  <a:pt x="37" y="355"/>
                </a:lnTo>
                <a:lnTo>
                  <a:pt x="22" y="360"/>
                </a:lnTo>
                <a:lnTo>
                  <a:pt x="22" y="360"/>
                </a:lnTo>
                <a:lnTo>
                  <a:pt x="8" y="369"/>
                </a:lnTo>
                <a:lnTo>
                  <a:pt x="0" y="374"/>
                </a:lnTo>
                <a:lnTo>
                  <a:pt x="0" y="933"/>
                </a:lnTo>
                <a:lnTo>
                  <a:pt x="1276" y="933"/>
                </a:lnTo>
                <a:lnTo>
                  <a:pt x="1276" y="739"/>
                </a:lnTo>
                <a:lnTo>
                  <a:pt x="1233" y="739"/>
                </a:lnTo>
                <a:lnTo>
                  <a:pt x="1233" y="746"/>
                </a:lnTo>
                <a:close/>
              </a:path>
            </a:pathLst>
          </a:custGeom>
          <a:solidFill>
            <a:srgbClr val="8E1B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65"/>
          <p:cNvSpPr/>
          <p:nvPr/>
        </p:nvSpPr>
        <p:spPr>
          <a:xfrm>
            <a:off x="8129058" y="4600204"/>
            <a:ext cx="2035444" cy="2504183"/>
          </a:xfrm>
          <a:custGeom>
            <a:avLst/>
            <a:gdLst/>
            <a:ahLst/>
            <a:cxnLst/>
            <a:rect l="l" t="t" r="r" b="b"/>
            <a:pathLst>
              <a:path w="1281" h="1576" extrusionOk="0">
                <a:moveTo>
                  <a:pt x="1281" y="1017"/>
                </a:moveTo>
                <a:lnTo>
                  <a:pt x="1277" y="1022"/>
                </a:lnTo>
                <a:lnTo>
                  <a:pt x="1264" y="1032"/>
                </a:lnTo>
                <a:lnTo>
                  <a:pt x="1255" y="1044"/>
                </a:lnTo>
                <a:lnTo>
                  <a:pt x="1247" y="1059"/>
                </a:lnTo>
                <a:lnTo>
                  <a:pt x="1240" y="1073"/>
                </a:lnTo>
                <a:lnTo>
                  <a:pt x="1235" y="1090"/>
                </a:lnTo>
                <a:lnTo>
                  <a:pt x="1235" y="1102"/>
                </a:lnTo>
                <a:lnTo>
                  <a:pt x="1063" y="1102"/>
                </a:lnTo>
                <a:lnTo>
                  <a:pt x="1063" y="1107"/>
                </a:lnTo>
                <a:lnTo>
                  <a:pt x="1071" y="1107"/>
                </a:lnTo>
                <a:lnTo>
                  <a:pt x="1071" y="1134"/>
                </a:lnTo>
                <a:lnTo>
                  <a:pt x="1051" y="1134"/>
                </a:lnTo>
                <a:lnTo>
                  <a:pt x="1051" y="634"/>
                </a:lnTo>
                <a:lnTo>
                  <a:pt x="1010" y="634"/>
                </a:lnTo>
                <a:lnTo>
                  <a:pt x="1010" y="602"/>
                </a:lnTo>
                <a:lnTo>
                  <a:pt x="925" y="602"/>
                </a:lnTo>
                <a:lnTo>
                  <a:pt x="925" y="634"/>
                </a:lnTo>
                <a:lnTo>
                  <a:pt x="879" y="634"/>
                </a:lnTo>
                <a:lnTo>
                  <a:pt x="879" y="801"/>
                </a:lnTo>
                <a:lnTo>
                  <a:pt x="848" y="801"/>
                </a:lnTo>
                <a:lnTo>
                  <a:pt x="848" y="825"/>
                </a:lnTo>
                <a:lnTo>
                  <a:pt x="831" y="825"/>
                </a:lnTo>
                <a:lnTo>
                  <a:pt x="831" y="495"/>
                </a:lnTo>
                <a:lnTo>
                  <a:pt x="831" y="306"/>
                </a:lnTo>
                <a:lnTo>
                  <a:pt x="872" y="306"/>
                </a:lnTo>
                <a:lnTo>
                  <a:pt x="872" y="306"/>
                </a:lnTo>
                <a:lnTo>
                  <a:pt x="872" y="306"/>
                </a:lnTo>
                <a:lnTo>
                  <a:pt x="882" y="306"/>
                </a:lnTo>
                <a:lnTo>
                  <a:pt x="882" y="296"/>
                </a:lnTo>
                <a:lnTo>
                  <a:pt x="884" y="296"/>
                </a:lnTo>
                <a:lnTo>
                  <a:pt x="887" y="289"/>
                </a:lnTo>
                <a:lnTo>
                  <a:pt x="887" y="281"/>
                </a:lnTo>
                <a:lnTo>
                  <a:pt x="882" y="281"/>
                </a:lnTo>
                <a:lnTo>
                  <a:pt x="882" y="264"/>
                </a:lnTo>
                <a:lnTo>
                  <a:pt x="884" y="264"/>
                </a:lnTo>
                <a:lnTo>
                  <a:pt x="884" y="262"/>
                </a:lnTo>
                <a:lnTo>
                  <a:pt x="884" y="247"/>
                </a:lnTo>
                <a:lnTo>
                  <a:pt x="884" y="247"/>
                </a:lnTo>
                <a:lnTo>
                  <a:pt x="884" y="245"/>
                </a:lnTo>
                <a:lnTo>
                  <a:pt x="884" y="143"/>
                </a:lnTo>
                <a:lnTo>
                  <a:pt x="882" y="143"/>
                </a:lnTo>
                <a:lnTo>
                  <a:pt x="882" y="89"/>
                </a:lnTo>
                <a:lnTo>
                  <a:pt x="879" y="89"/>
                </a:lnTo>
                <a:lnTo>
                  <a:pt x="879" y="89"/>
                </a:lnTo>
                <a:lnTo>
                  <a:pt x="879" y="111"/>
                </a:lnTo>
                <a:lnTo>
                  <a:pt x="877" y="111"/>
                </a:lnTo>
                <a:lnTo>
                  <a:pt x="877" y="111"/>
                </a:lnTo>
                <a:lnTo>
                  <a:pt x="877" y="143"/>
                </a:lnTo>
                <a:lnTo>
                  <a:pt x="877" y="143"/>
                </a:lnTo>
                <a:lnTo>
                  <a:pt x="877" y="145"/>
                </a:lnTo>
                <a:lnTo>
                  <a:pt x="877" y="150"/>
                </a:lnTo>
                <a:lnTo>
                  <a:pt x="795" y="150"/>
                </a:lnTo>
                <a:lnTo>
                  <a:pt x="795" y="114"/>
                </a:lnTo>
                <a:lnTo>
                  <a:pt x="795" y="111"/>
                </a:lnTo>
                <a:lnTo>
                  <a:pt x="792" y="111"/>
                </a:lnTo>
                <a:lnTo>
                  <a:pt x="792" y="89"/>
                </a:lnTo>
                <a:lnTo>
                  <a:pt x="792" y="89"/>
                </a:lnTo>
                <a:lnTo>
                  <a:pt x="790" y="89"/>
                </a:lnTo>
                <a:lnTo>
                  <a:pt x="790" y="145"/>
                </a:lnTo>
                <a:lnTo>
                  <a:pt x="787" y="145"/>
                </a:lnTo>
                <a:lnTo>
                  <a:pt x="787" y="150"/>
                </a:lnTo>
                <a:lnTo>
                  <a:pt x="710" y="150"/>
                </a:lnTo>
                <a:lnTo>
                  <a:pt x="710" y="114"/>
                </a:lnTo>
                <a:lnTo>
                  <a:pt x="710" y="114"/>
                </a:lnTo>
                <a:lnTo>
                  <a:pt x="705" y="114"/>
                </a:lnTo>
                <a:lnTo>
                  <a:pt x="705" y="145"/>
                </a:lnTo>
                <a:lnTo>
                  <a:pt x="705" y="145"/>
                </a:lnTo>
                <a:lnTo>
                  <a:pt x="705" y="89"/>
                </a:lnTo>
                <a:lnTo>
                  <a:pt x="703" y="89"/>
                </a:lnTo>
                <a:lnTo>
                  <a:pt x="700" y="89"/>
                </a:lnTo>
                <a:lnTo>
                  <a:pt x="700" y="145"/>
                </a:lnTo>
                <a:lnTo>
                  <a:pt x="698" y="145"/>
                </a:lnTo>
                <a:lnTo>
                  <a:pt x="698" y="150"/>
                </a:lnTo>
                <a:lnTo>
                  <a:pt x="623" y="153"/>
                </a:lnTo>
                <a:lnTo>
                  <a:pt x="623" y="114"/>
                </a:lnTo>
                <a:lnTo>
                  <a:pt x="623" y="114"/>
                </a:lnTo>
                <a:lnTo>
                  <a:pt x="618" y="114"/>
                </a:lnTo>
                <a:lnTo>
                  <a:pt x="618" y="153"/>
                </a:lnTo>
                <a:lnTo>
                  <a:pt x="615" y="153"/>
                </a:lnTo>
                <a:lnTo>
                  <a:pt x="615" y="148"/>
                </a:lnTo>
                <a:lnTo>
                  <a:pt x="615" y="145"/>
                </a:lnTo>
                <a:lnTo>
                  <a:pt x="615" y="145"/>
                </a:lnTo>
                <a:lnTo>
                  <a:pt x="615" y="92"/>
                </a:lnTo>
                <a:lnTo>
                  <a:pt x="615" y="89"/>
                </a:lnTo>
                <a:lnTo>
                  <a:pt x="611" y="89"/>
                </a:lnTo>
                <a:lnTo>
                  <a:pt x="611" y="145"/>
                </a:lnTo>
                <a:lnTo>
                  <a:pt x="608" y="145"/>
                </a:lnTo>
                <a:lnTo>
                  <a:pt x="608" y="153"/>
                </a:lnTo>
                <a:lnTo>
                  <a:pt x="536" y="153"/>
                </a:lnTo>
                <a:lnTo>
                  <a:pt x="536" y="114"/>
                </a:lnTo>
                <a:lnTo>
                  <a:pt x="536" y="114"/>
                </a:lnTo>
                <a:lnTo>
                  <a:pt x="533" y="114"/>
                </a:lnTo>
                <a:lnTo>
                  <a:pt x="533" y="153"/>
                </a:lnTo>
                <a:lnTo>
                  <a:pt x="528" y="153"/>
                </a:lnTo>
                <a:lnTo>
                  <a:pt x="528" y="148"/>
                </a:lnTo>
                <a:lnTo>
                  <a:pt x="526" y="145"/>
                </a:lnTo>
                <a:lnTo>
                  <a:pt x="526" y="145"/>
                </a:lnTo>
                <a:lnTo>
                  <a:pt x="526" y="2"/>
                </a:lnTo>
                <a:lnTo>
                  <a:pt x="526" y="0"/>
                </a:lnTo>
                <a:lnTo>
                  <a:pt x="521" y="0"/>
                </a:lnTo>
                <a:lnTo>
                  <a:pt x="521" y="92"/>
                </a:lnTo>
                <a:lnTo>
                  <a:pt x="521" y="92"/>
                </a:lnTo>
                <a:lnTo>
                  <a:pt x="521" y="145"/>
                </a:lnTo>
                <a:lnTo>
                  <a:pt x="521" y="145"/>
                </a:lnTo>
                <a:lnTo>
                  <a:pt x="521" y="187"/>
                </a:lnTo>
                <a:lnTo>
                  <a:pt x="511" y="189"/>
                </a:lnTo>
                <a:lnTo>
                  <a:pt x="511" y="189"/>
                </a:lnTo>
                <a:lnTo>
                  <a:pt x="509" y="189"/>
                </a:lnTo>
                <a:lnTo>
                  <a:pt x="499" y="189"/>
                </a:lnTo>
                <a:lnTo>
                  <a:pt x="490" y="189"/>
                </a:lnTo>
                <a:lnTo>
                  <a:pt x="490" y="189"/>
                </a:lnTo>
                <a:lnTo>
                  <a:pt x="487" y="189"/>
                </a:lnTo>
                <a:lnTo>
                  <a:pt x="477" y="189"/>
                </a:lnTo>
                <a:lnTo>
                  <a:pt x="468" y="191"/>
                </a:lnTo>
                <a:lnTo>
                  <a:pt x="468" y="191"/>
                </a:lnTo>
                <a:lnTo>
                  <a:pt x="465" y="191"/>
                </a:lnTo>
                <a:lnTo>
                  <a:pt x="465" y="191"/>
                </a:lnTo>
                <a:lnTo>
                  <a:pt x="456" y="191"/>
                </a:lnTo>
                <a:lnTo>
                  <a:pt x="448" y="191"/>
                </a:lnTo>
                <a:lnTo>
                  <a:pt x="448" y="191"/>
                </a:lnTo>
                <a:lnTo>
                  <a:pt x="446" y="191"/>
                </a:lnTo>
                <a:lnTo>
                  <a:pt x="439" y="194"/>
                </a:lnTo>
                <a:lnTo>
                  <a:pt x="429" y="194"/>
                </a:lnTo>
                <a:lnTo>
                  <a:pt x="429" y="194"/>
                </a:lnTo>
                <a:lnTo>
                  <a:pt x="429" y="194"/>
                </a:lnTo>
                <a:lnTo>
                  <a:pt x="419" y="196"/>
                </a:lnTo>
                <a:lnTo>
                  <a:pt x="412" y="196"/>
                </a:lnTo>
                <a:lnTo>
                  <a:pt x="412" y="196"/>
                </a:lnTo>
                <a:lnTo>
                  <a:pt x="412" y="196"/>
                </a:lnTo>
                <a:lnTo>
                  <a:pt x="412" y="196"/>
                </a:lnTo>
                <a:lnTo>
                  <a:pt x="412" y="196"/>
                </a:lnTo>
                <a:lnTo>
                  <a:pt x="405" y="199"/>
                </a:lnTo>
                <a:lnTo>
                  <a:pt x="398" y="199"/>
                </a:lnTo>
                <a:lnTo>
                  <a:pt x="395" y="199"/>
                </a:lnTo>
                <a:lnTo>
                  <a:pt x="390" y="201"/>
                </a:lnTo>
                <a:lnTo>
                  <a:pt x="383" y="201"/>
                </a:lnTo>
                <a:lnTo>
                  <a:pt x="383" y="201"/>
                </a:lnTo>
                <a:lnTo>
                  <a:pt x="376" y="204"/>
                </a:lnTo>
                <a:lnTo>
                  <a:pt x="366" y="206"/>
                </a:lnTo>
                <a:lnTo>
                  <a:pt x="356" y="208"/>
                </a:lnTo>
                <a:lnTo>
                  <a:pt x="354" y="208"/>
                </a:lnTo>
                <a:lnTo>
                  <a:pt x="354" y="208"/>
                </a:lnTo>
                <a:lnTo>
                  <a:pt x="354" y="208"/>
                </a:lnTo>
                <a:lnTo>
                  <a:pt x="354" y="208"/>
                </a:lnTo>
                <a:lnTo>
                  <a:pt x="354" y="208"/>
                </a:lnTo>
                <a:lnTo>
                  <a:pt x="349" y="211"/>
                </a:lnTo>
                <a:lnTo>
                  <a:pt x="349" y="211"/>
                </a:lnTo>
                <a:lnTo>
                  <a:pt x="347" y="213"/>
                </a:lnTo>
                <a:lnTo>
                  <a:pt x="347" y="213"/>
                </a:lnTo>
                <a:lnTo>
                  <a:pt x="347" y="213"/>
                </a:lnTo>
                <a:lnTo>
                  <a:pt x="344" y="213"/>
                </a:lnTo>
                <a:lnTo>
                  <a:pt x="342" y="216"/>
                </a:lnTo>
                <a:lnTo>
                  <a:pt x="342" y="216"/>
                </a:lnTo>
                <a:lnTo>
                  <a:pt x="342" y="216"/>
                </a:lnTo>
                <a:lnTo>
                  <a:pt x="339" y="218"/>
                </a:lnTo>
                <a:lnTo>
                  <a:pt x="339" y="218"/>
                </a:lnTo>
                <a:lnTo>
                  <a:pt x="339" y="218"/>
                </a:lnTo>
                <a:lnTo>
                  <a:pt x="342" y="216"/>
                </a:lnTo>
                <a:lnTo>
                  <a:pt x="342" y="216"/>
                </a:lnTo>
                <a:lnTo>
                  <a:pt x="342" y="216"/>
                </a:lnTo>
                <a:lnTo>
                  <a:pt x="339" y="218"/>
                </a:lnTo>
                <a:lnTo>
                  <a:pt x="339" y="218"/>
                </a:lnTo>
                <a:lnTo>
                  <a:pt x="337" y="221"/>
                </a:lnTo>
                <a:lnTo>
                  <a:pt x="337" y="221"/>
                </a:lnTo>
                <a:lnTo>
                  <a:pt x="337" y="223"/>
                </a:lnTo>
                <a:lnTo>
                  <a:pt x="337" y="223"/>
                </a:lnTo>
                <a:lnTo>
                  <a:pt x="337" y="225"/>
                </a:lnTo>
                <a:lnTo>
                  <a:pt x="337" y="225"/>
                </a:lnTo>
                <a:lnTo>
                  <a:pt x="339" y="228"/>
                </a:lnTo>
                <a:lnTo>
                  <a:pt x="337" y="225"/>
                </a:lnTo>
                <a:lnTo>
                  <a:pt x="337" y="225"/>
                </a:lnTo>
                <a:lnTo>
                  <a:pt x="337" y="223"/>
                </a:lnTo>
                <a:lnTo>
                  <a:pt x="337" y="223"/>
                </a:lnTo>
                <a:lnTo>
                  <a:pt x="337" y="223"/>
                </a:lnTo>
                <a:lnTo>
                  <a:pt x="337" y="223"/>
                </a:lnTo>
                <a:lnTo>
                  <a:pt x="337" y="223"/>
                </a:lnTo>
                <a:lnTo>
                  <a:pt x="337" y="225"/>
                </a:lnTo>
                <a:lnTo>
                  <a:pt x="337" y="225"/>
                </a:lnTo>
                <a:lnTo>
                  <a:pt x="337" y="228"/>
                </a:lnTo>
                <a:lnTo>
                  <a:pt x="337" y="228"/>
                </a:lnTo>
                <a:lnTo>
                  <a:pt x="337" y="228"/>
                </a:lnTo>
                <a:lnTo>
                  <a:pt x="337" y="228"/>
                </a:lnTo>
                <a:lnTo>
                  <a:pt x="337" y="230"/>
                </a:lnTo>
                <a:lnTo>
                  <a:pt x="339" y="230"/>
                </a:lnTo>
                <a:lnTo>
                  <a:pt x="339" y="233"/>
                </a:lnTo>
                <a:lnTo>
                  <a:pt x="339" y="233"/>
                </a:lnTo>
                <a:lnTo>
                  <a:pt x="339" y="233"/>
                </a:lnTo>
                <a:lnTo>
                  <a:pt x="339" y="233"/>
                </a:lnTo>
                <a:lnTo>
                  <a:pt x="342" y="233"/>
                </a:lnTo>
                <a:lnTo>
                  <a:pt x="342" y="235"/>
                </a:lnTo>
                <a:lnTo>
                  <a:pt x="342" y="235"/>
                </a:lnTo>
                <a:lnTo>
                  <a:pt x="344" y="238"/>
                </a:lnTo>
                <a:lnTo>
                  <a:pt x="344" y="238"/>
                </a:lnTo>
                <a:lnTo>
                  <a:pt x="344" y="238"/>
                </a:lnTo>
                <a:lnTo>
                  <a:pt x="347" y="238"/>
                </a:lnTo>
                <a:lnTo>
                  <a:pt x="347" y="238"/>
                </a:lnTo>
                <a:lnTo>
                  <a:pt x="349" y="238"/>
                </a:lnTo>
                <a:lnTo>
                  <a:pt x="352" y="240"/>
                </a:lnTo>
                <a:lnTo>
                  <a:pt x="352" y="240"/>
                </a:lnTo>
                <a:lnTo>
                  <a:pt x="352" y="240"/>
                </a:lnTo>
                <a:lnTo>
                  <a:pt x="352" y="240"/>
                </a:lnTo>
                <a:lnTo>
                  <a:pt x="352" y="240"/>
                </a:lnTo>
                <a:lnTo>
                  <a:pt x="356" y="242"/>
                </a:lnTo>
                <a:lnTo>
                  <a:pt x="359" y="242"/>
                </a:lnTo>
                <a:lnTo>
                  <a:pt x="359" y="242"/>
                </a:lnTo>
                <a:lnTo>
                  <a:pt x="359" y="242"/>
                </a:lnTo>
                <a:lnTo>
                  <a:pt x="359" y="242"/>
                </a:lnTo>
                <a:lnTo>
                  <a:pt x="364" y="245"/>
                </a:lnTo>
                <a:lnTo>
                  <a:pt x="368" y="245"/>
                </a:lnTo>
                <a:lnTo>
                  <a:pt x="368" y="245"/>
                </a:lnTo>
                <a:lnTo>
                  <a:pt x="368" y="245"/>
                </a:lnTo>
                <a:lnTo>
                  <a:pt x="368" y="245"/>
                </a:lnTo>
                <a:lnTo>
                  <a:pt x="373" y="247"/>
                </a:lnTo>
                <a:lnTo>
                  <a:pt x="378" y="247"/>
                </a:lnTo>
                <a:lnTo>
                  <a:pt x="378" y="247"/>
                </a:lnTo>
                <a:lnTo>
                  <a:pt x="381" y="247"/>
                </a:lnTo>
                <a:lnTo>
                  <a:pt x="381" y="247"/>
                </a:lnTo>
                <a:lnTo>
                  <a:pt x="385" y="250"/>
                </a:lnTo>
                <a:lnTo>
                  <a:pt x="390" y="250"/>
                </a:lnTo>
                <a:lnTo>
                  <a:pt x="390" y="250"/>
                </a:lnTo>
                <a:lnTo>
                  <a:pt x="393" y="250"/>
                </a:lnTo>
                <a:lnTo>
                  <a:pt x="393" y="250"/>
                </a:lnTo>
                <a:lnTo>
                  <a:pt x="398" y="252"/>
                </a:lnTo>
                <a:lnTo>
                  <a:pt x="400" y="252"/>
                </a:lnTo>
                <a:lnTo>
                  <a:pt x="460" y="262"/>
                </a:lnTo>
                <a:lnTo>
                  <a:pt x="460" y="301"/>
                </a:lnTo>
                <a:lnTo>
                  <a:pt x="436" y="303"/>
                </a:lnTo>
                <a:lnTo>
                  <a:pt x="417" y="308"/>
                </a:lnTo>
                <a:lnTo>
                  <a:pt x="402" y="310"/>
                </a:lnTo>
                <a:lnTo>
                  <a:pt x="398" y="315"/>
                </a:lnTo>
                <a:lnTo>
                  <a:pt x="398" y="337"/>
                </a:lnTo>
                <a:lnTo>
                  <a:pt x="402" y="342"/>
                </a:lnTo>
                <a:lnTo>
                  <a:pt x="402" y="342"/>
                </a:lnTo>
                <a:lnTo>
                  <a:pt x="402" y="371"/>
                </a:lnTo>
                <a:lnTo>
                  <a:pt x="398" y="374"/>
                </a:lnTo>
                <a:lnTo>
                  <a:pt x="398" y="376"/>
                </a:lnTo>
                <a:lnTo>
                  <a:pt x="402" y="381"/>
                </a:lnTo>
                <a:lnTo>
                  <a:pt x="402" y="381"/>
                </a:lnTo>
                <a:lnTo>
                  <a:pt x="402" y="400"/>
                </a:lnTo>
                <a:lnTo>
                  <a:pt x="398" y="403"/>
                </a:lnTo>
                <a:lnTo>
                  <a:pt x="398" y="412"/>
                </a:lnTo>
                <a:lnTo>
                  <a:pt x="402" y="417"/>
                </a:lnTo>
                <a:lnTo>
                  <a:pt x="402" y="417"/>
                </a:lnTo>
                <a:lnTo>
                  <a:pt x="400" y="1260"/>
                </a:lnTo>
                <a:lnTo>
                  <a:pt x="378" y="1260"/>
                </a:lnTo>
                <a:lnTo>
                  <a:pt x="376" y="415"/>
                </a:lnTo>
                <a:lnTo>
                  <a:pt x="315" y="415"/>
                </a:lnTo>
                <a:lnTo>
                  <a:pt x="315" y="383"/>
                </a:lnTo>
                <a:lnTo>
                  <a:pt x="90" y="383"/>
                </a:lnTo>
                <a:lnTo>
                  <a:pt x="75" y="415"/>
                </a:lnTo>
                <a:lnTo>
                  <a:pt x="42" y="415"/>
                </a:lnTo>
                <a:lnTo>
                  <a:pt x="17" y="473"/>
                </a:lnTo>
                <a:lnTo>
                  <a:pt x="17" y="1224"/>
                </a:lnTo>
                <a:lnTo>
                  <a:pt x="10" y="1224"/>
                </a:lnTo>
                <a:lnTo>
                  <a:pt x="10" y="1221"/>
                </a:lnTo>
                <a:lnTo>
                  <a:pt x="5" y="1219"/>
                </a:lnTo>
                <a:lnTo>
                  <a:pt x="0" y="1219"/>
                </a:lnTo>
                <a:lnTo>
                  <a:pt x="0" y="1576"/>
                </a:lnTo>
                <a:lnTo>
                  <a:pt x="1281" y="1576"/>
                </a:lnTo>
                <a:lnTo>
                  <a:pt x="1281" y="1017"/>
                </a:lnTo>
                <a:close/>
                <a:moveTo>
                  <a:pt x="342" y="225"/>
                </a:moveTo>
                <a:lnTo>
                  <a:pt x="344" y="225"/>
                </a:lnTo>
                <a:lnTo>
                  <a:pt x="344" y="225"/>
                </a:lnTo>
                <a:lnTo>
                  <a:pt x="352" y="228"/>
                </a:lnTo>
                <a:lnTo>
                  <a:pt x="344" y="225"/>
                </a:lnTo>
                <a:lnTo>
                  <a:pt x="344" y="225"/>
                </a:lnTo>
                <a:lnTo>
                  <a:pt x="342" y="225"/>
                </a:lnTo>
                <a:lnTo>
                  <a:pt x="342" y="223"/>
                </a:lnTo>
                <a:lnTo>
                  <a:pt x="342" y="225"/>
                </a:lnTo>
                <a:close/>
                <a:moveTo>
                  <a:pt x="342" y="228"/>
                </a:moveTo>
                <a:lnTo>
                  <a:pt x="342" y="228"/>
                </a:lnTo>
                <a:lnTo>
                  <a:pt x="339" y="228"/>
                </a:lnTo>
                <a:lnTo>
                  <a:pt x="342" y="228"/>
                </a:lnTo>
                <a:lnTo>
                  <a:pt x="342" y="228"/>
                </a:lnTo>
                <a:lnTo>
                  <a:pt x="361" y="233"/>
                </a:lnTo>
                <a:lnTo>
                  <a:pt x="342" y="228"/>
                </a:lnTo>
                <a:close/>
                <a:moveTo>
                  <a:pt x="410" y="199"/>
                </a:moveTo>
                <a:lnTo>
                  <a:pt x="410" y="201"/>
                </a:lnTo>
                <a:lnTo>
                  <a:pt x="410" y="199"/>
                </a:lnTo>
                <a:lnTo>
                  <a:pt x="410" y="199"/>
                </a:lnTo>
                <a:lnTo>
                  <a:pt x="410" y="199"/>
                </a:lnTo>
                <a:close/>
                <a:moveTo>
                  <a:pt x="414" y="208"/>
                </a:moveTo>
                <a:lnTo>
                  <a:pt x="412" y="206"/>
                </a:lnTo>
                <a:lnTo>
                  <a:pt x="412" y="206"/>
                </a:lnTo>
                <a:lnTo>
                  <a:pt x="412" y="206"/>
                </a:lnTo>
                <a:lnTo>
                  <a:pt x="412" y="206"/>
                </a:lnTo>
                <a:lnTo>
                  <a:pt x="412" y="206"/>
                </a:lnTo>
                <a:lnTo>
                  <a:pt x="414" y="208"/>
                </a:lnTo>
                <a:lnTo>
                  <a:pt x="419" y="211"/>
                </a:lnTo>
                <a:lnTo>
                  <a:pt x="414" y="208"/>
                </a:lnTo>
                <a:close/>
                <a:moveTo>
                  <a:pt x="427" y="199"/>
                </a:moveTo>
                <a:lnTo>
                  <a:pt x="427" y="196"/>
                </a:lnTo>
                <a:lnTo>
                  <a:pt x="429" y="196"/>
                </a:lnTo>
                <a:lnTo>
                  <a:pt x="427" y="196"/>
                </a:lnTo>
                <a:lnTo>
                  <a:pt x="427" y="199"/>
                </a:lnTo>
                <a:close/>
                <a:moveTo>
                  <a:pt x="429" y="206"/>
                </a:moveTo>
                <a:lnTo>
                  <a:pt x="429" y="204"/>
                </a:lnTo>
                <a:lnTo>
                  <a:pt x="429" y="204"/>
                </a:lnTo>
                <a:lnTo>
                  <a:pt x="429" y="204"/>
                </a:lnTo>
                <a:lnTo>
                  <a:pt x="429" y="206"/>
                </a:lnTo>
                <a:lnTo>
                  <a:pt x="431" y="206"/>
                </a:lnTo>
                <a:lnTo>
                  <a:pt x="429" y="206"/>
                </a:lnTo>
                <a:close/>
              </a:path>
            </a:pathLst>
          </a:custGeom>
          <a:solidFill>
            <a:srgbClr val="8E1B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65"/>
          <p:cNvSpPr/>
          <p:nvPr/>
        </p:nvSpPr>
        <p:spPr>
          <a:xfrm>
            <a:off x="6098382" y="5208772"/>
            <a:ext cx="2030676" cy="1895615"/>
          </a:xfrm>
          <a:custGeom>
            <a:avLst/>
            <a:gdLst/>
            <a:ahLst/>
            <a:cxnLst/>
            <a:rect l="l" t="t" r="r" b="b"/>
            <a:pathLst>
              <a:path w="1278" h="1193" extrusionOk="0">
                <a:moveTo>
                  <a:pt x="12" y="306"/>
                </a:moveTo>
                <a:lnTo>
                  <a:pt x="0" y="304"/>
                </a:lnTo>
                <a:lnTo>
                  <a:pt x="0" y="1193"/>
                </a:lnTo>
                <a:lnTo>
                  <a:pt x="1278" y="1193"/>
                </a:lnTo>
                <a:lnTo>
                  <a:pt x="1278" y="836"/>
                </a:lnTo>
                <a:lnTo>
                  <a:pt x="1274" y="836"/>
                </a:lnTo>
                <a:lnTo>
                  <a:pt x="1274" y="819"/>
                </a:lnTo>
                <a:lnTo>
                  <a:pt x="1271" y="819"/>
                </a:lnTo>
                <a:lnTo>
                  <a:pt x="1271" y="819"/>
                </a:lnTo>
                <a:lnTo>
                  <a:pt x="1271" y="819"/>
                </a:lnTo>
                <a:lnTo>
                  <a:pt x="1269" y="819"/>
                </a:lnTo>
                <a:lnTo>
                  <a:pt x="1269" y="836"/>
                </a:lnTo>
                <a:lnTo>
                  <a:pt x="1257" y="836"/>
                </a:lnTo>
                <a:lnTo>
                  <a:pt x="1257" y="824"/>
                </a:lnTo>
                <a:lnTo>
                  <a:pt x="1252" y="821"/>
                </a:lnTo>
                <a:lnTo>
                  <a:pt x="1245" y="821"/>
                </a:lnTo>
                <a:lnTo>
                  <a:pt x="1245" y="807"/>
                </a:lnTo>
                <a:lnTo>
                  <a:pt x="1242" y="807"/>
                </a:lnTo>
                <a:lnTo>
                  <a:pt x="1242" y="807"/>
                </a:lnTo>
                <a:lnTo>
                  <a:pt x="1242" y="807"/>
                </a:lnTo>
                <a:lnTo>
                  <a:pt x="1240" y="807"/>
                </a:lnTo>
                <a:lnTo>
                  <a:pt x="1240" y="821"/>
                </a:lnTo>
                <a:lnTo>
                  <a:pt x="1220" y="821"/>
                </a:lnTo>
                <a:lnTo>
                  <a:pt x="1223" y="702"/>
                </a:lnTo>
                <a:lnTo>
                  <a:pt x="1206" y="700"/>
                </a:lnTo>
                <a:lnTo>
                  <a:pt x="1182" y="700"/>
                </a:lnTo>
                <a:lnTo>
                  <a:pt x="1174" y="695"/>
                </a:lnTo>
                <a:lnTo>
                  <a:pt x="1174" y="695"/>
                </a:lnTo>
                <a:lnTo>
                  <a:pt x="1172" y="695"/>
                </a:lnTo>
                <a:lnTo>
                  <a:pt x="1167" y="693"/>
                </a:lnTo>
                <a:lnTo>
                  <a:pt x="1167" y="688"/>
                </a:lnTo>
                <a:lnTo>
                  <a:pt x="1155" y="685"/>
                </a:lnTo>
                <a:lnTo>
                  <a:pt x="1150" y="685"/>
                </a:lnTo>
                <a:lnTo>
                  <a:pt x="1140" y="668"/>
                </a:lnTo>
                <a:lnTo>
                  <a:pt x="1126" y="651"/>
                </a:lnTo>
                <a:lnTo>
                  <a:pt x="1111" y="639"/>
                </a:lnTo>
                <a:lnTo>
                  <a:pt x="1092" y="629"/>
                </a:lnTo>
                <a:lnTo>
                  <a:pt x="1073" y="625"/>
                </a:lnTo>
                <a:lnTo>
                  <a:pt x="1073" y="598"/>
                </a:lnTo>
                <a:lnTo>
                  <a:pt x="1075" y="598"/>
                </a:lnTo>
                <a:lnTo>
                  <a:pt x="1075" y="595"/>
                </a:lnTo>
                <a:lnTo>
                  <a:pt x="1075" y="593"/>
                </a:lnTo>
                <a:lnTo>
                  <a:pt x="1073" y="593"/>
                </a:lnTo>
                <a:lnTo>
                  <a:pt x="1070" y="588"/>
                </a:lnTo>
                <a:lnTo>
                  <a:pt x="1068" y="586"/>
                </a:lnTo>
                <a:lnTo>
                  <a:pt x="1063" y="583"/>
                </a:lnTo>
                <a:lnTo>
                  <a:pt x="1061" y="581"/>
                </a:lnTo>
                <a:lnTo>
                  <a:pt x="1056" y="581"/>
                </a:lnTo>
                <a:lnTo>
                  <a:pt x="1056" y="566"/>
                </a:lnTo>
                <a:lnTo>
                  <a:pt x="1053" y="566"/>
                </a:lnTo>
                <a:lnTo>
                  <a:pt x="1053" y="564"/>
                </a:lnTo>
                <a:lnTo>
                  <a:pt x="1053" y="566"/>
                </a:lnTo>
                <a:lnTo>
                  <a:pt x="1048" y="566"/>
                </a:lnTo>
                <a:lnTo>
                  <a:pt x="1048" y="581"/>
                </a:lnTo>
                <a:lnTo>
                  <a:pt x="1048" y="581"/>
                </a:lnTo>
                <a:lnTo>
                  <a:pt x="1046" y="581"/>
                </a:lnTo>
                <a:lnTo>
                  <a:pt x="1041" y="583"/>
                </a:lnTo>
                <a:lnTo>
                  <a:pt x="1039" y="586"/>
                </a:lnTo>
                <a:lnTo>
                  <a:pt x="1036" y="588"/>
                </a:lnTo>
                <a:lnTo>
                  <a:pt x="1034" y="593"/>
                </a:lnTo>
                <a:lnTo>
                  <a:pt x="1031" y="593"/>
                </a:lnTo>
                <a:lnTo>
                  <a:pt x="1031" y="595"/>
                </a:lnTo>
                <a:lnTo>
                  <a:pt x="1031" y="598"/>
                </a:lnTo>
                <a:lnTo>
                  <a:pt x="1034" y="598"/>
                </a:lnTo>
                <a:lnTo>
                  <a:pt x="1034" y="625"/>
                </a:lnTo>
                <a:lnTo>
                  <a:pt x="1014" y="629"/>
                </a:lnTo>
                <a:lnTo>
                  <a:pt x="995" y="639"/>
                </a:lnTo>
                <a:lnTo>
                  <a:pt x="978" y="651"/>
                </a:lnTo>
                <a:lnTo>
                  <a:pt x="964" y="668"/>
                </a:lnTo>
                <a:lnTo>
                  <a:pt x="956" y="685"/>
                </a:lnTo>
                <a:lnTo>
                  <a:pt x="949" y="685"/>
                </a:lnTo>
                <a:lnTo>
                  <a:pt x="937" y="688"/>
                </a:lnTo>
                <a:lnTo>
                  <a:pt x="937" y="693"/>
                </a:lnTo>
                <a:lnTo>
                  <a:pt x="935" y="695"/>
                </a:lnTo>
                <a:lnTo>
                  <a:pt x="925" y="695"/>
                </a:lnTo>
                <a:lnTo>
                  <a:pt x="925" y="697"/>
                </a:lnTo>
                <a:lnTo>
                  <a:pt x="922" y="700"/>
                </a:lnTo>
                <a:lnTo>
                  <a:pt x="896" y="700"/>
                </a:lnTo>
                <a:lnTo>
                  <a:pt x="881" y="702"/>
                </a:lnTo>
                <a:lnTo>
                  <a:pt x="884" y="824"/>
                </a:lnTo>
                <a:lnTo>
                  <a:pt x="867" y="824"/>
                </a:lnTo>
                <a:lnTo>
                  <a:pt x="867" y="807"/>
                </a:lnTo>
                <a:lnTo>
                  <a:pt x="864" y="807"/>
                </a:lnTo>
                <a:lnTo>
                  <a:pt x="864" y="807"/>
                </a:lnTo>
                <a:lnTo>
                  <a:pt x="864" y="807"/>
                </a:lnTo>
                <a:lnTo>
                  <a:pt x="862" y="807"/>
                </a:lnTo>
                <a:lnTo>
                  <a:pt x="862" y="824"/>
                </a:lnTo>
                <a:lnTo>
                  <a:pt x="855" y="824"/>
                </a:lnTo>
                <a:lnTo>
                  <a:pt x="850" y="826"/>
                </a:lnTo>
                <a:lnTo>
                  <a:pt x="850" y="838"/>
                </a:lnTo>
                <a:lnTo>
                  <a:pt x="850" y="838"/>
                </a:lnTo>
                <a:lnTo>
                  <a:pt x="835" y="838"/>
                </a:lnTo>
                <a:lnTo>
                  <a:pt x="833" y="819"/>
                </a:lnTo>
                <a:lnTo>
                  <a:pt x="833" y="819"/>
                </a:lnTo>
                <a:lnTo>
                  <a:pt x="833" y="819"/>
                </a:lnTo>
                <a:lnTo>
                  <a:pt x="830" y="819"/>
                </a:lnTo>
                <a:lnTo>
                  <a:pt x="828" y="819"/>
                </a:lnTo>
                <a:lnTo>
                  <a:pt x="828" y="838"/>
                </a:lnTo>
                <a:lnTo>
                  <a:pt x="818" y="838"/>
                </a:lnTo>
                <a:lnTo>
                  <a:pt x="814" y="841"/>
                </a:lnTo>
                <a:lnTo>
                  <a:pt x="814" y="841"/>
                </a:lnTo>
                <a:lnTo>
                  <a:pt x="809" y="841"/>
                </a:lnTo>
                <a:lnTo>
                  <a:pt x="811" y="90"/>
                </a:lnTo>
                <a:lnTo>
                  <a:pt x="782" y="32"/>
                </a:lnTo>
                <a:lnTo>
                  <a:pt x="751" y="32"/>
                </a:lnTo>
                <a:lnTo>
                  <a:pt x="734" y="0"/>
                </a:lnTo>
                <a:lnTo>
                  <a:pt x="508" y="0"/>
                </a:lnTo>
                <a:lnTo>
                  <a:pt x="508" y="32"/>
                </a:lnTo>
                <a:lnTo>
                  <a:pt x="448" y="32"/>
                </a:lnTo>
                <a:lnTo>
                  <a:pt x="445" y="855"/>
                </a:lnTo>
                <a:lnTo>
                  <a:pt x="438" y="848"/>
                </a:lnTo>
                <a:lnTo>
                  <a:pt x="438" y="836"/>
                </a:lnTo>
                <a:lnTo>
                  <a:pt x="436" y="746"/>
                </a:lnTo>
                <a:lnTo>
                  <a:pt x="436" y="739"/>
                </a:lnTo>
                <a:lnTo>
                  <a:pt x="431" y="739"/>
                </a:lnTo>
                <a:lnTo>
                  <a:pt x="429" y="739"/>
                </a:lnTo>
                <a:lnTo>
                  <a:pt x="429" y="746"/>
                </a:lnTo>
                <a:lnTo>
                  <a:pt x="429" y="758"/>
                </a:lnTo>
                <a:lnTo>
                  <a:pt x="404" y="758"/>
                </a:lnTo>
                <a:lnTo>
                  <a:pt x="404" y="756"/>
                </a:lnTo>
                <a:lnTo>
                  <a:pt x="399" y="746"/>
                </a:lnTo>
                <a:lnTo>
                  <a:pt x="399" y="693"/>
                </a:lnTo>
                <a:lnTo>
                  <a:pt x="392" y="676"/>
                </a:lnTo>
                <a:lnTo>
                  <a:pt x="392" y="622"/>
                </a:lnTo>
                <a:lnTo>
                  <a:pt x="378" y="561"/>
                </a:lnTo>
                <a:lnTo>
                  <a:pt x="380" y="561"/>
                </a:lnTo>
                <a:lnTo>
                  <a:pt x="380" y="547"/>
                </a:lnTo>
                <a:lnTo>
                  <a:pt x="375" y="547"/>
                </a:lnTo>
                <a:lnTo>
                  <a:pt x="375" y="547"/>
                </a:lnTo>
                <a:lnTo>
                  <a:pt x="375" y="547"/>
                </a:lnTo>
                <a:lnTo>
                  <a:pt x="368" y="547"/>
                </a:lnTo>
                <a:lnTo>
                  <a:pt x="368" y="554"/>
                </a:lnTo>
                <a:lnTo>
                  <a:pt x="366" y="554"/>
                </a:lnTo>
                <a:lnTo>
                  <a:pt x="366" y="569"/>
                </a:lnTo>
                <a:lnTo>
                  <a:pt x="368" y="569"/>
                </a:lnTo>
                <a:lnTo>
                  <a:pt x="358" y="610"/>
                </a:lnTo>
                <a:lnTo>
                  <a:pt x="346" y="481"/>
                </a:lnTo>
                <a:lnTo>
                  <a:pt x="351" y="481"/>
                </a:lnTo>
                <a:lnTo>
                  <a:pt x="351" y="479"/>
                </a:lnTo>
                <a:lnTo>
                  <a:pt x="351" y="479"/>
                </a:lnTo>
                <a:lnTo>
                  <a:pt x="351" y="469"/>
                </a:lnTo>
                <a:lnTo>
                  <a:pt x="344" y="469"/>
                </a:lnTo>
                <a:lnTo>
                  <a:pt x="337" y="372"/>
                </a:lnTo>
                <a:lnTo>
                  <a:pt x="341" y="372"/>
                </a:lnTo>
                <a:lnTo>
                  <a:pt x="341" y="348"/>
                </a:lnTo>
                <a:lnTo>
                  <a:pt x="341" y="309"/>
                </a:lnTo>
                <a:lnTo>
                  <a:pt x="320" y="309"/>
                </a:lnTo>
                <a:lnTo>
                  <a:pt x="320" y="348"/>
                </a:lnTo>
                <a:lnTo>
                  <a:pt x="320" y="372"/>
                </a:lnTo>
                <a:lnTo>
                  <a:pt x="324" y="372"/>
                </a:lnTo>
                <a:lnTo>
                  <a:pt x="324" y="374"/>
                </a:lnTo>
                <a:lnTo>
                  <a:pt x="317" y="469"/>
                </a:lnTo>
                <a:lnTo>
                  <a:pt x="312" y="469"/>
                </a:lnTo>
                <a:lnTo>
                  <a:pt x="312" y="472"/>
                </a:lnTo>
                <a:lnTo>
                  <a:pt x="312" y="479"/>
                </a:lnTo>
                <a:lnTo>
                  <a:pt x="312" y="481"/>
                </a:lnTo>
                <a:lnTo>
                  <a:pt x="317" y="481"/>
                </a:lnTo>
                <a:lnTo>
                  <a:pt x="305" y="610"/>
                </a:lnTo>
                <a:lnTo>
                  <a:pt x="295" y="566"/>
                </a:lnTo>
                <a:lnTo>
                  <a:pt x="295" y="561"/>
                </a:lnTo>
                <a:lnTo>
                  <a:pt x="298" y="561"/>
                </a:lnTo>
                <a:lnTo>
                  <a:pt x="298" y="547"/>
                </a:lnTo>
                <a:lnTo>
                  <a:pt x="290" y="547"/>
                </a:lnTo>
                <a:lnTo>
                  <a:pt x="290" y="547"/>
                </a:lnTo>
                <a:lnTo>
                  <a:pt x="290" y="547"/>
                </a:lnTo>
                <a:lnTo>
                  <a:pt x="286" y="547"/>
                </a:lnTo>
                <a:lnTo>
                  <a:pt x="286" y="554"/>
                </a:lnTo>
                <a:lnTo>
                  <a:pt x="286" y="554"/>
                </a:lnTo>
                <a:lnTo>
                  <a:pt x="286" y="569"/>
                </a:lnTo>
                <a:lnTo>
                  <a:pt x="288" y="569"/>
                </a:lnTo>
                <a:lnTo>
                  <a:pt x="276" y="622"/>
                </a:lnTo>
                <a:lnTo>
                  <a:pt x="276" y="622"/>
                </a:lnTo>
                <a:lnTo>
                  <a:pt x="274" y="627"/>
                </a:lnTo>
                <a:lnTo>
                  <a:pt x="274" y="676"/>
                </a:lnTo>
                <a:lnTo>
                  <a:pt x="269" y="693"/>
                </a:lnTo>
                <a:lnTo>
                  <a:pt x="269" y="693"/>
                </a:lnTo>
                <a:lnTo>
                  <a:pt x="269" y="693"/>
                </a:lnTo>
                <a:lnTo>
                  <a:pt x="269" y="695"/>
                </a:lnTo>
                <a:lnTo>
                  <a:pt x="269" y="695"/>
                </a:lnTo>
                <a:lnTo>
                  <a:pt x="269" y="695"/>
                </a:lnTo>
                <a:lnTo>
                  <a:pt x="269" y="695"/>
                </a:lnTo>
                <a:lnTo>
                  <a:pt x="269" y="746"/>
                </a:lnTo>
                <a:lnTo>
                  <a:pt x="261" y="756"/>
                </a:lnTo>
                <a:lnTo>
                  <a:pt x="261" y="756"/>
                </a:lnTo>
                <a:lnTo>
                  <a:pt x="261" y="758"/>
                </a:lnTo>
                <a:lnTo>
                  <a:pt x="261" y="758"/>
                </a:lnTo>
                <a:lnTo>
                  <a:pt x="252" y="758"/>
                </a:lnTo>
                <a:lnTo>
                  <a:pt x="252" y="748"/>
                </a:lnTo>
                <a:lnTo>
                  <a:pt x="244" y="748"/>
                </a:lnTo>
                <a:lnTo>
                  <a:pt x="244" y="712"/>
                </a:lnTo>
                <a:lnTo>
                  <a:pt x="244" y="710"/>
                </a:lnTo>
                <a:lnTo>
                  <a:pt x="240" y="710"/>
                </a:lnTo>
                <a:lnTo>
                  <a:pt x="225" y="574"/>
                </a:lnTo>
                <a:lnTo>
                  <a:pt x="225" y="574"/>
                </a:lnTo>
                <a:lnTo>
                  <a:pt x="232" y="574"/>
                </a:lnTo>
                <a:lnTo>
                  <a:pt x="232" y="537"/>
                </a:lnTo>
                <a:lnTo>
                  <a:pt x="215" y="537"/>
                </a:lnTo>
                <a:lnTo>
                  <a:pt x="215" y="574"/>
                </a:lnTo>
                <a:lnTo>
                  <a:pt x="220" y="574"/>
                </a:lnTo>
                <a:lnTo>
                  <a:pt x="208" y="710"/>
                </a:lnTo>
                <a:lnTo>
                  <a:pt x="208" y="710"/>
                </a:lnTo>
                <a:lnTo>
                  <a:pt x="208" y="710"/>
                </a:lnTo>
                <a:lnTo>
                  <a:pt x="201" y="710"/>
                </a:lnTo>
                <a:lnTo>
                  <a:pt x="201" y="748"/>
                </a:lnTo>
                <a:lnTo>
                  <a:pt x="194" y="748"/>
                </a:lnTo>
                <a:lnTo>
                  <a:pt x="194" y="758"/>
                </a:lnTo>
                <a:lnTo>
                  <a:pt x="179" y="758"/>
                </a:lnTo>
                <a:lnTo>
                  <a:pt x="179" y="758"/>
                </a:lnTo>
                <a:lnTo>
                  <a:pt x="174" y="746"/>
                </a:lnTo>
                <a:lnTo>
                  <a:pt x="174" y="688"/>
                </a:lnTo>
                <a:lnTo>
                  <a:pt x="174" y="688"/>
                </a:lnTo>
                <a:lnTo>
                  <a:pt x="174" y="688"/>
                </a:lnTo>
                <a:lnTo>
                  <a:pt x="172" y="688"/>
                </a:lnTo>
                <a:lnTo>
                  <a:pt x="172" y="685"/>
                </a:lnTo>
                <a:lnTo>
                  <a:pt x="172" y="685"/>
                </a:lnTo>
                <a:lnTo>
                  <a:pt x="172" y="685"/>
                </a:lnTo>
                <a:lnTo>
                  <a:pt x="169" y="683"/>
                </a:lnTo>
                <a:lnTo>
                  <a:pt x="169" y="617"/>
                </a:lnTo>
                <a:lnTo>
                  <a:pt x="169" y="617"/>
                </a:lnTo>
                <a:lnTo>
                  <a:pt x="169" y="615"/>
                </a:lnTo>
                <a:lnTo>
                  <a:pt x="167" y="615"/>
                </a:lnTo>
                <a:lnTo>
                  <a:pt x="167" y="615"/>
                </a:lnTo>
                <a:lnTo>
                  <a:pt x="167" y="610"/>
                </a:lnTo>
                <a:lnTo>
                  <a:pt x="167" y="610"/>
                </a:lnTo>
                <a:lnTo>
                  <a:pt x="167" y="610"/>
                </a:lnTo>
                <a:lnTo>
                  <a:pt x="165" y="610"/>
                </a:lnTo>
                <a:lnTo>
                  <a:pt x="165" y="610"/>
                </a:lnTo>
                <a:lnTo>
                  <a:pt x="155" y="569"/>
                </a:lnTo>
                <a:lnTo>
                  <a:pt x="157" y="569"/>
                </a:lnTo>
                <a:lnTo>
                  <a:pt x="157" y="557"/>
                </a:lnTo>
                <a:lnTo>
                  <a:pt x="155" y="557"/>
                </a:lnTo>
                <a:lnTo>
                  <a:pt x="155" y="547"/>
                </a:lnTo>
                <a:lnTo>
                  <a:pt x="148" y="547"/>
                </a:lnTo>
                <a:lnTo>
                  <a:pt x="148" y="547"/>
                </a:lnTo>
                <a:lnTo>
                  <a:pt x="148" y="547"/>
                </a:lnTo>
                <a:lnTo>
                  <a:pt x="143" y="547"/>
                </a:lnTo>
                <a:lnTo>
                  <a:pt x="143" y="561"/>
                </a:lnTo>
                <a:lnTo>
                  <a:pt x="145" y="561"/>
                </a:lnTo>
                <a:lnTo>
                  <a:pt x="136" y="603"/>
                </a:lnTo>
                <a:lnTo>
                  <a:pt x="123" y="479"/>
                </a:lnTo>
                <a:lnTo>
                  <a:pt x="131" y="476"/>
                </a:lnTo>
                <a:lnTo>
                  <a:pt x="131" y="476"/>
                </a:lnTo>
                <a:lnTo>
                  <a:pt x="131" y="467"/>
                </a:lnTo>
                <a:lnTo>
                  <a:pt x="128" y="464"/>
                </a:lnTo>
                <a:lnTo>
                  <a:pt x="123" y="464"/>
                </a:lnTo>
                <a:lnTo>
                  <a:pt x="116" y="370"/>
                </a:lnTo>
                <a:lnTo>
                  <a:pt x="116" y="370"/>
                </a:lnTo>
                <a:lnTo>
                  <a:pt x="121" y="370"/>
                </a:lnTo>
                <a:lnTo>
                  <a:pt x="121" y="343"/>
                </a:lnTo>
                <a:lnTo>
                  <a:pt x="121" y="304"/>
                </a:lnTo>
                <a:lnTo>
                  <a:pt x="99" y="304"/>
                </a:lnTo>
                <a:lnTo>
                  <a:pt x="99" y="343"/>
                </a:lnTo>
                <a:lnTo>
                  <a:pt x="99" y="370"/>
                </a:lnTo>
                <a:lnTo>
                  <a:pt x="104" y="370"/>
                </a:lnTo>
                <a:lnTo>
                  <a:pt x="97" y="464"/>
                </a:lnTo>
                <a:lnTo>
                  <a:pt x="90" y="464"/>
                </a:lnTo>
                <a:lnTo>
                  <a:pt x="90" y="474"/>
                </a:lnTo>
                <a:lnTo>
                  <a:pt x="90" y="474"/>
                </a:lnTo>
                <a:lnTo>
                  <a:pt x="90" y="476"/>
                </a:lnTo>
                <a:lnTo>
                  <a:pt x="94" y="476"/>
                </a:lnTo>
                <a:lnTo>
                  <a:pt x="82" y="603"/>
                </a:lnTo>
                <a:lnTo>
                  <a:pt x="75" y="569"/>
                </a:lnTo>
                <a:lnTo>
                  <a:pt x="75" y="569"/>
                </a:lnTo>
                <a:lnTo>
                  <a:pt x="75" y="554"/>
                </a:lnTo>
                <a:lnTo>
                  <a:pt x="70" y="554"/>
                </a:lnTo>
                <a:lnTo>
                  <a:pt x="70" y="549"/>
                </a:lnTo>
                <a:lnTo>
                  <a:pt x="65" y="549"/>
                </a:lnTo>
                <a:lnTo>
                  <a:pt x="65" y="547"/>
                </a:lnTo>
                <a:lnTo>
                  <a:pt x="65" y="549"/>
                </a:lnTo>
                <a:lnTo>
                  <a:pt x="60" y="549"/>
                </a:lnTo>
                <a:lnTo>
                  <a:pt x="60" y="561"/>
                </a:lnTo>
                <a:lnTo>
                  <a:pt x="63" y="561"/>
                </a:lnTo>
                <a:lnTo>
                  <a:pt x="51" y="610"/>
                </a:lnTo>
                <a:lnTo>
                  <a:pt x="51" y="610"/>
                </a:lnTo>
                <a:lnTo>
                  <a:pt x="48" y="610"/>
                </a:lnTo>
                <a:lnTo>
                  <a:pt x="46" y="610"/>
                </a:lnTo>
                <a:lnTo>
                  <a:pt x="46" y="683"/>
                </a:lnTo>
                <a:lnTo>
                  <a:pt x="41" y="685"/>
                </a:lnTo>
                <a:lnTo>
                  <a:pt x="41" y="700"/>
                </a:lnTo>
                <a:lnTo>
                  <a:pt x="41" y="746"/>
                </a:lnTo>
                <a:lnTo>
                  <a:pt x="34" y="756"/>
                </a:lnTo>
                <a:lnTo>
                  <a:pt x="34" y="758"/>
                </a:lnTo>
                <a:lnTo>
                  <a:pt x="19" y="758"/>
                </a:lnTo>
                <a:lnTo>
                  <a:pt x="17" y="746"/>
                </a:lnTo>
                <a:lnTo>
                  <a:pt x="17" y="739"/>
                </a:lnTo>
                <a:lnTo>
                  <a:pt x="17" y="739"/>
                </a:lnTo>
                <a:lnTo>
                  <a:pt x="12" y="739"/>
                </a:lnTo>
                <a:lnTo>
                  <a:pt x="12" y="746"/>
                </a:lnTo>
                <a:lnTo>
                  <a:pt x="7" y="836"/>
                </a:lnTo>
                <a:lnTo>
                  <a:pt x="7" y="848"/>
                </a:lnTo>
                <a:lnTo>
                  <a:pt x="5" y="851"/>
                </a:lnTo>
                <a:lnTo>
                  <a:pt x="10" y="365"/>
                </a:lnTo>
                <a:lnTo>
                  <a:pt x="12" y="306"/>
                </a:lnTo>
                <a:close/>
              </a:path>
            </a:pathLst>
          </a:cu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65"/>
          <p:cNvSpPr/>
          <p:nvPr/>
        </p:nvSpPr>
        <p:spPr>
          <a:xfrm>
            <a:off x="4070883" y="4843313"/>
            <a:ext cx="2027498" cy="2261074"/>
          </a:xfrm>
          <a:custGeom>
            <a:avLst/>
            <a:gdLst/>
            <a:ahLst/>
            <a:cxnLst/>
            <a:rect l="l" t="t" r="r" b="b"/>
            <a:pathLst>
              <a:path w="1276" h="1423" extrusionOk="0">
                <a:moveTo>
                  <a:pt x="1276" y="534"/>
                </a:moveTo>
                <a:lnTo>
                  <a:pt x="1242" y="529"/>
                </a:lnTo>
                <a:lnTo>
                  <a:pt x="1223" y="532"/>
                </a:lnTo>
                <a:lnTo>
                  <a:pt x="1225" y="527"/>
                </a:lnTo>
                <a:lnTo>
                  <a:pt x="1196" y="524"/>
                </a:lnTo>
                <a:lnTo>
                  <a:pt x="1196" y="505"/>
                </a:lnTo>
                <a:lnTo>
                  <a:pt x="1172" y="502"/>
                </a:lnTo>
                <a:lnTo>
                  <a:pt x="1172" y="483"/>
                </a:lnTo>
                <a:lnTo>
                  <a:pt x="1148" y="481"/>
                </a:lnTo>
                <a:lnTo>
                  <a:pt x="1148" y="461"/>
                </a:lnTo>
                <a:lnTo>
                  <a:pt x="1123" y="459"/>
                </a:lnTo>
                <a:lnTo>
                  <a:pt x="1126" y="439"/>
                </a:lnTo>
                <a:lnTo>
                  <a:pt x="1094" y="434"/>
                </a:lnTo>
                <a:lnTo>
                  <a:pt x="1043" y="434"/>
                </a:lnTo>
                <a:lnTo>
                  <a:pt x="1007" y="439"/>
                </a:lnTo>
                <a:lnTo>
                  <a:pt x="1005" y="447"/>
                </a:lnTo>
                <a:lnTo>
                  <a:pt x="1005" y="459"/>
                </a:lnTo>
                <a:lnTo>
                  <a:pt x="985" y="461"/>
                </a:lnTo>
                <a:lnTo>
                  <a:pt x="983" y="471"/>
                </a:lnTo>
                <a:lnTo>
                  <a:pt x="981" y="481"/>
                </a:lnTo>
                <a:lnTo>
                  <a:pt x="964" y="483"/>
                </a:lnTo>
                <a:lnTo>
                  <a:pt x="959" y="495"/>
                </a:lnTo>
                <a:lnTo>
                  <a:pt x="959" y="502"/>
                </a:lnTo>
                <a:lnTo>
                  <a:pt x="939" y="505"/>
                </a:lnTo>
                <a:lnTo>
                  <a:pt x="937" y="517"/>
                </a:lnTo>
                <a:lnTo>
                  <a:pt x="937" y="524"/>
                </a:lnTo>
                <a:lnTo>
                  <a:pt x="915" y="527"/>
                </a:lnTo>
                <a:lnTo>
                  <a:pt x="913" y="529"/>
                </a:lnTo>
                <a:lnTo>
                  <a:pt x="893" y="527"/>
                </a:lnTo>
                <a:lnTo>
                  <a:pt x="840" y="534"/>
                </a:lnTo>
                <a:lnTo>
                  <a:pt x="840" y="595"/>
                </a:lnTo>
                <a:lnTo>
                  <a:pt x="840" y="595"/>
                </a:lnTo>
                <a:lnTo>
                  <a:pt x="840" y="876"/>
                </a:lnTo>
                <a:lnTo>
                  <a:pt x="765" y="876"/>
                </a:lnTo>
                <a:lnTo>
                  <a:pt x="763" y="600"/>
                </a:lnTo>
                <a:lnTo>
                  <a:pt x="763" y="544"/>
                </a:lnTo>
                <a:lnTo>
                  <a:pt x="707" y="536"/>
                </a:lnTo>
                <a:lnTo>
                  <a:pt x="690" y="539"/>
                </a:lnTo>
                <a:lnTo>
                  <a:pt x="688" y="536"/>
                </a:lnTo>
                <a:lnTo>
                  <a:pt x="668" y="534"/>
                </a:lnTo>
                <a:lnTo>
                  <a:pt x="668" y="527"/>
                </a:lnTo>
                <a:lnTo>
                  <a:pt x="661" y="515"/>
                </a:lnTo>
                <a:lnTo>
                  <a:pt x="646" y="512"/>
                </a:lnTo>
                <a:lnTo>
                  <a:pt x="646" y="502"/>
                </a:lnTo>
                <a:lnTo>
                  <a:pt x="639" y="493"/>
                </a:lnTo>
                <a:lnTo>
                  <a:pt x="625" y="490"/>
                </a:lnTo>
                <a:lnTo>
                  <a:pt x="625" y="481"/>
                </a:lnTo>
                <a:lnTo>
                  <a:pt x="617" y="471"/>
                </a:lnTo>
                <a:lnTo>
                  <a:pt x="603" y="468"/>
                </a:lnTo>
                <a:lnTo>
                  <a:pt x="600" y="456"/>
                </a:lnTo>
                <a:lnTo>
                  <a:pt x="598" y="449"/>
                </a:lnTo>
                <a:lnTo>
                  <a:pt x="559" y="444"/>
                </a:lnTo>
                <a:lnTo>
                  <a:pt x="511" y="444"/>
                </a:lnTo>
                <a:lnTo>
                  <a:pt x="482" y="449"/>
                </a:lnTo>
                <a:lnTo>
                  <a:pt x="482" y="466"/>
                </a:lnTo>
                <a:lnTo>
                  <a:pt x="460" y="471"/>
                </a:lnTo>
                <a:lnTo>
                  <a:pt x="460" y="488"/>
                </a:lnTo>
                <a:lnTo>
                  <a:pt x="436" y="493"/>
                </a:lnTo>
                <a:lnTo>
                  <a:pt x="436" y="510"/>
                </a:lnTo>
                <a:lnTo>
                  <a:pt x="411" y="512"/>
                </a:lnTo>
                <a:lnTo>
                  <a:pt x="411" y="532"/>
                </a:lnTo>
                <a:lnTo>
                  <a:pt x="385" y="534"/>
                </a:lnTo>
                <a:lnTo>
                  <a:pt x="385" y="536"/>
                </a:lnTo>
                <a:lnTo>
                  <a:pt x="382" y="536"/>
                </a:lnTo>
                <a:lnTo>
                  <a:pt x="382" y="328"/>
                </a:lnTo>
                <a:lnTo>
                  <a:pt x="322" y="328"/>
                </a:lnTo>
                <a:lnTo>
                  <a:pt x="322" y="274"/>
                </a:lnTo>
                <a:lnTo>
                  <a:pt x="264" y="274"/>
                </a:lnTo>
                <a:lnTo>
                  <a:pt x="264" y="233"/>
                </a:lnTo>
                <a:lnTo>
                  <a:pt x="201" y="233"/>
                </a:lnTo>
                <a:lnTo>
                  <a:pt x="201" y="328"/>
                </a:lnTo>
                <a:lnTo>
                  <a:pt x="179" y="328"/>
                </a:lnTo>
                <a:lnTo>
                  <a:pt x="179" y="257"/>
                </a:lnTo>
                <a:lnTo>
                  <a:pt x="181" y="255"/>
                </a:lnTo>
                <a:lnTo>
                  <a:pt x="181" y="252"/>
                </a:lnTo>
                <a:lnTo>
                  <a:pt x="179" y="252"/>
                </a:lnTo>
                <a:lnTo>
                  <a:pt x="179" y="218"/>
                </a:lnTo>
                <a:lnTo>
                  <a:pt x="181" y="213"/>
                </a:lnTo>
                <a:lnTo>
                  <a:pt x="181" y="213"/>
                </a:lnTo>
                <a:lnTo>
                  <a:pt x="179" y="213"/>
                </a:lnTo>
                <a:lnTo>
                  <a:pt x="179" y="177"/>
                </a:lnTo>
                <a:lnTo>
                  <a:pt x="181" y="174"/>
                </a:lnTo>
                <a:lnTo>
                  <a:pt x="181" y="172"/>
                </a:lnTo>
                <a:lnTo>
                  <a:pt x="179" y="172"/>
                </a:lnTo>
                <a:lnTo>
                  <a:pt x="179" y="114"/>
                </a:lnTo>
                <a:lnTo>
                  <a:pt x="116" y="109"/>
                </a:lnTo>
                <a:lnTo>
                  <a:pt x="43" y="104"/>
                </a:lnTo>
                <a:lnTo>
                  <a:pt x="29" y="104"/>
                </a:lnTo>
                <a:lnTo>
                  <a:pt x="29" y="51"/>
                </a:lnTo>
                <a:lnTo>
                  <a:pt x="29" y="31"/>
                </a:lnTo>
                <a:lnTo>
                  <a:pt x="29" y="26"/>
                </a:lnTo>
                <a:lnTo>
                  <a:pt x="29" y="9"/>
                </a:lnTo>
                <a:lnTo>
                  <a:pt x="29" y="4"/>
                </a:lnTo>
                <a:lnTo>
                  <a:pt x="29" y="0"/>
                </a:lnTo>
                <a:lnTo>
                  <a:pt x="0" y="0"/>
                </a:lnTo>
                <a:lnTo>
                  <a:pt x="0" y="1423"/>
                </a:lnTo>
                <a:lnTo>
                  <a:pt x="1276" y="1423"/>
                </a:lnTo>
                <a:lnTo>
                  <a:pt x="1276" y="534"/>
                </a:lnTo>
                <a:close/>
              </a:path>
            </a:pathLst>
          </a:cu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65"/>
          <p:cNvSpPr/>
          <p:nvPr/>
        </p:nvSpPr>
        <p:spPr>
          <a:xfrm>
            <a:off x="2035441" y="4360273"/>
            <a:ext cx="2035444" cy="2744114"/>
          </a:xfrm>
          <a:custGeom>
            <a:avLst/>
            <a:gdLst/>
            <a:ahLst/>
            <a:cxnLst/>
            <a:rect l="l" t="t" r="r" b="b"/>
            <a:pathLst>
              <a:path w="1281" h="1727" extrusionOk="0">
                <a:moveTo>
                  <a:pt x="0" y="1727"/>
                </a:moveTo>
                <a:lnTo>
                  <a:pt x="1281" y="1727"/>
                </a:lnTo>
                <a:lnTo>
                  <a:pt x="1281" y="304"/>
                </a:lnTo>
                <a:lnTo>
                  <a:pt x="1194" y="304"/>
                </a:lnTo>
                <a:lnTo>
                  <a:pt x="1194" y="291"/>
                </a:lnTo>
                <a:lnTo>
                  <a:pt x="1194" y="284"/>
                </a:lnTo>
                <a:lnTo>
                  <a:pt x="1194" y="267"/>
                </a:lnTo>
                <a:lnTo>
                  <a:pt x="1194" y="265"/>
                </a:lnTo>
                <a:lnTo>
                  <a:pt x="1080" y="265"/>
                </a:lnTo>
                <a:lnTo>
                  <a:pt x="1080" y="126"/>
                </a:lnTo>
                <a:lnTo>
                  <a:pt x="1080" y="80"/>
                </a:lnTo>
                <a:lnTo>
                  <a:pt x="1073" y="80"/>
                </a:lnTo>
                <a:lnTo>
                  <a:pt x="1073" y="92"/>
                </a:lnTo>
                <a:lnTo>
                  <a:pt x="1063" y="92"/>
                </a:lnTo>
                <a:lnTo>
                  <a:pt x="1063" y="12"/>
                </a:lnTo>
                <a:lnTo>
                  <a:pt x="1063" y="12"/>
                </a:lnTo>
                <a:lnTo>
                  <a:pt x="1063" y="0"/>
                </a:lnTo>
                <a:lnTo>
                  <a:pt x="1061" y="0"/>
                </a:lnTo>
                <a:lnTo>
                  <a:pt x="1061" y="92"/>
                </a:lnTo>
                <a:lnTo>
                  <a:pt x="1053" y="92"/>
                </a:lnTo>
                <a:lnTo>
                  <a:pt x="1053" y="12"/>
                </a:lnTo>
                <a:lnTo>
                  <a:pt x="1053" y="12"/>
                </a:lnTo>
                <a:lnTo>
                  <a:pt x="1053" y="0"/>
                </a:lnTo>
                <a:lnTo>
                  <a:pt x="1048" y="0"/>
                </a:lnTo>
                <a:lnTo>
                  <a:pt x="1048" y="92"/>
                </a:lnTo>
                <a:lnTo>
                  <a:pt x="1041" y="92"/>
                </a:lnTo>
                <a:lnTo>
                  <a:pt x="1041" y="12"/>
                </a:lnTo>
                <a:lnTo>
                  <a:pt x="1041" y="12"/>
                </a:lnTo>
                <a:lnTo>
                  <a:pt x="1041" y="0"/>
                </a:lnTo>
                <a:lnTo>
                  <a:pt x="1039" y="0"/>
                </a:lnTo>
                <a:lnTo>
                  <a:pt x="1039" y="92"/>
                </a:lnTo>
                <a:lnTo>
                  <a:pt x="1031" y="92"/>
                </a:lnTo>
                <a:lnTo>
                  <a:pt x="1031" y="12"/>
                </a:lnTo>
                <a:lnTo>
                  <a:pt x="1031" y="12"/>
                </a:lnTo>
                <a:lnTo>
                  <a:pt x="1029" y="0"/>
                </a:lnTo>
                <a:lnTo>
                  <a:pt x="1027" y="0"/>
                </a:lnTo>
                <a:lnTo>
                  <a:pt x="1027" y="92"/>
                </a:lnTo>
                <a:lnTo>
                  <a:pt x="1019" y="92"/>
                </a:lnTo>
                <a:lnTo>
                  <a:pt x="1019" y="12"/>
                </a:lnTo>
                <a:lnTo>
                  <a:pt x="1019" y="12"/>
                </a:lnTo>
                <a:lnTo>
                  <a:pt x="1019" y="0"/>
                </a:lnTo>
                <a:lnTo>
                  <a:pt x="1017" y="0"/>
                </a:lnTo>
                <a:lnTo>
                  <a:pt x="1017" y="92"/>
                </a:lnTo>
                <a:lnTo>
                  <a:pt x="1010" y="92"/>
                </a:lnTo>
                <a:lnTo>
                  <a:pt x="1007" y="80"/>
                </a:lnTo>
                <a:lnTo>
                  <a:pt x="1000" y="80"/>
                </a:lnTo>
                <a:lnTo>
                  <a:pt x="1000" y="253"/>
                </a:lnTo>
                <a:lnTo>
                  <a:pt x="1000" y="257"/>
                </a:lnTo>
                <a:lnTo>
                  <a:pt x="1000" y="274"/>
                </a:lnTo>
                <a:lnTo>
                  <a:pt x="1000" y="282"/>
                </a:lnTo>
                <a:lnTo>
                  <a:pt x="1000" y="304"/>
                </a:lnTo>
                <a:lnTo>
                  <a:pt x="971" y="304"/>
                </a:lnTo>
                <a:lnTo>
                  <a:pt x="971" y="308"/>
                </a:lnTo>
                <a:lnTo>
                  <a:pt x="971" y="313"/>
                </a:lnTo>
                <a:lnTo>
                  <a:pt x="971" y="333"/>
                </a:lnTo>
                <a:lnTo>
                  <a:pt x="971" y="335"/>
                </a:lnTo>
                <a:lnTo>
                  <a:pt x="971" y="355"/>
                </a:lnTo>
                <a:lnTo>
                  <a:pt x="971" y="403"/>
                </a:lnTo>
                <a:lnTo>
                  <a:pt x="968" y="403"/>
                </a:lnTo>
                <a:lnTo>
                  <a:pt x="968" y="413"/>
                </a:lnTo>
                <a:lnTo>
                  <a:pt x="932" y="413"/>
                </a:lnTo>
                <a:lnTo>
                  <a:pt x="932" y="738"/>
                </a:lnTo>
                <a:lnTo>
                  <a:pt x="814" y="738"/>
                </a:lnTo>
                <a:lnTo>
                  <a:pt x="814" y="515"/>
                </a:lnTo>
                <a:lnTo>
                  <a:pt x="746" y="515"/>
                </a:lnTo>
                <a:lnTo>
                  <a:pt x="746" y="386"/>
                </a:lnTo>
                <a:lnTo>
                  <a:pt x="719" y="386"/>
                </a:lnTo>
                <a:lnTo>
                  <a:pt x="719" y="515"/>
                </a:lnTo>
                <a:lnTo>
                  <a:pt x="608" y="515"/>
                </a:lnTo>
                <a:lnTo>
                  <a:pt x="608" y="386"/>
                </a:lnTo>
                <a:lnTo>
                  <a:pt x="557" y="386"/>
                </a:lnTo>
                <a:lnTo>
                  <a:pt x="557" y="515"/>
                </a:lnTo>
                <a:lnTo>
                  <a:pt x="513" y="515"/>
                </a:lnTo>
                <a:lnTo>
                  <a:pt x="513" y="1195"/>
                </a:lnTo>
                <a:lnTo>
                  <a:pt x="475" y="1197"/>
                </a:lnTo>
                <a:lnTo>
                  <a:pt x="458" y="1200"/>
                </a:lnTo>
                <a:lnTo>
                  <a:pt x="433" y="1202"/>
                </a:lnTo>
                <a:lnTo>
                  <a:pt x="431" y="1202"/>
                </a:lnTo>
                <a:lnTo>
                  <a:pt x="421" y="1188"/>
                </a:lnTo>
                <a:lnTo>
                  <a:pt x="412" y="1180"/>
                </a:lnTo>
                <a:lnTo>
                  <a:pt x="373" y="1200"/>
                </a:lnTo>
                <a:lnTo>
                  <a:pt x="370" y="1207"/>
                </a:lnTo>
                <a:lnTo>
                  <a:pt x="370" y="1210"/>
                </a:lnTo>
                <a:lnTo>
                  <a:pt x="370" y="1210"/>
                </a:lnTo>
                <a:lnTo>
                  <a:pt x="370" y="1207"/>
                </a:lnTo>
                <a:lnTo>
                  <a:pt x="370" y="1200"/>
                </a:lnTo>
                <a:lnTo>
                  <a:pt x="332" y="1180"/>
                </a:lnTo>
                <a:lnTo>
                  <a:pt x="322" y="1188"/>
                </a:lnTo>
                <a:lnTo>
                  <a:pt x="312" y="1202"/>
                </a:lnTo>
                <a:lnTo>
                  <a:pt x="312" y="1202"/>
                </a:lnTo>
                <a:lnTo>
                  <a:pt x="288" y="1200"/>
                </a:lnTo>
                <a:lnTo>
                  <a:pt x="269" y="1197"/>
                </a:lnTo>
                <a:lnTo>
                  <a:pt x="160" y="1193"/>
                </a:lnTo>
                <a:lnTo>
                  <a:pt x="140" y="1193"/>
                </a:lnTo>
                <a:lnTo>
                  <a:pt x="22" y="1205"/>
                </a:lnTo>
                <a:lnTo>
                  <a:pt x="0" y="1210"/>
                </a:lnTo>
                <a:lnTo>
                  <a:pt x="0" y="1727"/>
                </a:lnTo>
                <a:close/>
              </a:path>
            </a:pathLst>
          </a:custGeom>
          <a:solidFill>
            <a:srgbClr val="8E1B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65"/>
          <p:cNvSpPr/>
          <p:nvPr/>
        </p:nvSpPr>
        <p:spPr>
          <a:xfrm>
            <a:off x="3175" y="4449254"/>
            <a:ext cx="2032266" cy="2655133"/>
          </a:xfrm>
          <a:custGeom>
            <a:avLst/>
            <a:gdLst/>
            <a:ahLst/>
            <a:cxnLst/>
            <a:rect l="l" t="t" r="r" b="b"/>
            <a:pathLst>
              <a:path w="1279" h="1671" extrusionOk="0">
                <a:moveTo>
                  <a:pt x="1279" y="1154"/>
                </a:moveTo>
                <a:lnTo>
                  <a:pt x="1182" y="1178"/>
                </a:lnTo>
                <a:lnTo>
                  <a:pt x="1100" y="1212"/>
                </a:lnTo>
                <a:lnTo>
                  <a:pt x="1063" y="1212"/>
                </a:lnTo>
                <a:lnTo>
                  <a:pt x="1063" y="988"/>
                </a:lnTo>
                <a:lnTo>
                  <a:pt x="933" y="988"/>
                </a:lnTo>
                <a:lnTo>
                  <a:pt x="933" y="933"/>
                </a:lnTo>
                <a:lnTo>
                  <a:pt x="894" y="933"/>
                </a:lnTo>
                <a:lnTo>
                  <a:pt x="894" y="877"/>
                </a:lnTo>
                <a:lnTo>
                  <a:pt x="783" y="877"/>
                </a:lnTo>
                <a:lnTo>
                  <a:pt x="783" y="933"/>
                </a:lnTo>
                <a:lnTo>
                  <a:pt x="712" y="933"/>
                </a:lnTo>
                <a:lnTo>
                  <a:pt x="712" y="988"/>
                </a:lnTo>
                <a:lnTo>
                  <a:pt x="671" y="988"/>
                </a:lnTo>
                <a:lnTo>
                  <a:pt x="671" y="1183"/>
                </a:lnTo>
                <a:lnTo>
                  <a:pt x="659" y="1180"/>
                </a:lnTo>
                <a:lnTo>
                  <a:pt x="618" y="1188"/>
                </a:lnTo>
                <a:lnTo>
                  <a:pt x="577" y="1207"/>
                </a:lnTo>
                <a:lnTo>
                  <a:pt x="543" y="1236"/>
                </a:lnTo>
                <a:lnTo>
                  <a:pt x="519" y="1275"/>
                </a:lnTo>
                <a:lnTo>
                  <a:pt x="506" y="1309"/>
                </a:lnTo>
                <a:lnTo>
                  <a:pt x="315" y="1309"/>
                </a:lnTo>
                <a:lnTo>
                  <a:pt x="303" y="1314"/>
                </a:lnTo>
                <a:lnTo>
                  <a:pt x="303" y="1336"/>
                </a:lnTo>
                <a:lnTo>
                  <a:pt x="247" y="1333"/>
                </a:lnTo>
                <a:lnTo>
                  <a:pt x="243" y="520"/>
                </a:lnTo>
                <a:lnTo>
                  <a:pt x="243" y="520"/>
                </a:lnTo>
                <a:lnTo>
                  <a:pt x="240" y="520"/>
                </a:lnTo>
                <a:lnTo>
                  <a:pt x="235" y="517"/>
                </a:lnTo>
                <a:lnTo>
                  <a:pt x="230" y="517"/>
                </a:lnTo>
                <a:lnTo>
                  <a:pt x="230" y="517"/>
                </a:lnTo>
                <a:lnTo>
                  <a:pt x="230" y="510"/>
                </a:lnTo>
                <a:lnTo>
                  <a:pt x="228" y="507"/>
                </a:lnTo>
                <a:lnTo>
                  <a:pt x="221" y="507"/>
                </a:lnTo>
                <a:lnTo>
                  <a:pt x="209" y="507"/>
                </a:lnTo>
                <a:lnTo>
                  <a:pt x="194" y="505"/>
                </a:lnTo>
                <a:lnTo>
                  <a:pt x="184" y="505"/>
                </a:lnTo>
                <a:lnTo>
                  <a:pt x="184" y="500"/>
                </a:lnTo>
                <a:lnTo>
                  <a:pt x="192" y="500"/>
                </a:lnTo>
                <a:lnTo>
                  <a:pt x="211" y="500"/>
                </a:lnTo>
                <a:lnTo>
                  <a:pt x="228" y="498"/>
                </a:lnTo>
                <a:lnTo>
                  <a:pt x="240" y="498"/>
                </a:lnTo>
                <a:lnTo>
                  <a:pt x="247" y="495"/>
                </a:lnTo>
                <a:lnTo>
                  <a:pt x="247" y="493"/>
                </a:lnTo>
                <a:lnTo>
                  <a:pt x="247" y="490"/>
                </a:lnTo>
                <a:lnTo>
                  <a:pt x="240" y="488"/>
                </a:lnTo>
                <a:lnTo>
                  <a:pt x="228" y="486"/>
                </a:lnTo>
                <a:lnTo>
                  <a:pt x="211" y="486"/>
                </a:lnTo>
                <a:lnTo>
                  <a:pt x="189" y="486"/>
                </a:lnTo>
                <a:lnTo>
                  <a:pt x="184" y="486"/>
                </a:lnTo>
                <a:lnTo>
                  <a:pt x="184" y="483"/>
                </a:lnTo>
                <a:lnTo>
                  <a:pt x="187" y="483"/>
                </a:lnTo>
                <a:lnTo>
                  <a:pt x="192" y="481"/>
                </a:lnTo>
                <a:lnTo>
                  <a:pt x="194" y="481"/>
                </a:lnTo>
                <a:lnTo>
                  <a:pt x="194" y="478"/>
                </a:lnTo>
                <a:lnTo>
                  <a:pt x="194" y="469"/>
                </a:lnTo>
                <a:lnTo>
                  <a:pt x="192" y="459"/>
                </a:lnTo>
                <a:lnTo>
                  <a:pt x="192" y="449"/>
                </a:lnTo>
                <a:lnTo>
                  <a:pt x="192" y="439"/>
                </a:lnTo>
                <a:lnTo>
                  <a:pt x="192" y="432"/>
                </a:lnTo>
                <a:lnTo>
                  <a:pt x="192" y="430"/>
                </a:lnTo>
                <a:lnTo>
                  <a:pt x="192" y="430"/>
                </a:lnTo>
                <a:lnTo>
                  <a:pt x="189" y="427"/>
                </a:lnTo>
                <a:lnTo>
                  <a:pt x="184" y="427"/>
                </a:lnTo>
                <a:lnTo>
                  <a:pt x="182" y="427"/>
                </a:lnTo>
                <a:lnTo>
                  <a:pt x="182" y="427"/>
                </a:lnTo>
                <a:lnTo>
                  <a:pt x="184" y="427"/>
                </a:lnTo>
                <a:lnTo>
                  <a:pt x="189" y="427"/>
                </a:lnTo>
                <a:lnTo>
                  <a:pt x="189" y="427"/>
                </a:lnTo>
                <a:lnTo>
                  <a:pt x="199" y="427"/>
                </a:lnTo>
                <a:lnTo>
                  <a:pt x="204" y="425"/>
                </a:lnTo>
                <a:lnTo>
                  <a:pt x="204" y="425"/>
                </a:lnTo>
                <a:lnTo>
                  <a:pt x="204" y="425"/>
                </a:lnTo>
                <a:lnTo>
                  <a:pt x="209" y="425"/>
                </a:lnTo>
                <a:lnTo>
                  <a:pt x="214" y="425"/>
                </a:lnTo>
                <a:lnTo>
                  <a:pt x="214" y="425"/>
                </a:lnTo>
                <a:lnTo>
                  <a:pt x="214" y="425"/>
                </a:lnTo>
                <a:lnTo>
                  <a:pt x="218" y="425"/>
                </a:lnTo>
                <a:lnTo>
                  <a:pt x="221" y="422"/>
                </a:lnTo>
                <a:lnTo>
                  <a:pt x="221" y="422"/>
                </a:lnTo>
                <a:lnTo>
                  <a:pt x="221" y="422"/>
                </a:lnTo>
                <a:lnTo>
                  <a:pt x="221" y="422"/>
                </a:lnTo>
                <a:lnTo>
                  <a:pt x="230" y="418"/>
                </a:lnTo>
                <a:lnTo>
                  <a:pt x="233" y="418"/>
                </a:lnTo>
                <a:lnTo>
                  <a:pt x="233" y="418"/>
                </a:lnTo>
                <a:lnTo>
                  <a:pt x="235" y="415"/>
                </a:lnTo>
                <a:lnTo>
                  <a:pt x="235" y="413"/>
                </a:lnTo>
                <a:lnTo>
                  <a:pt x="235" y="413"/>
                </a:lnTo>
                <a:lnTo>
                  <a:pt x="235" y="410"/>
                </a:lnTo>
                <a:lnTo>
                  <a:pt x="235" y="410"/>
                </a:lnTo>
                <a:lnTo>
                  <a:pt x="221" y="403"/>
                </a:lnTo>
                <a:lnTo>
                  <a:pt x="218" y="403"/>
                </a:lnTo>
                <a:lnTo>
                  <a:pt x="209" y="401"/>
                </a:lnTo>
                <a:lnTo>
                  <a:pt x="197" y="401"/>
                </a:lnTo>
                <a:lnTo>
                  <a:pt x="194" y="401"/>
                </a:lnTo>
                <a:lnTo>
                  <a:pt x="189" y="398"/>
                </a:lnTo>
                <a:lnTo>
                  <a:pt x="187" y="396"/>
                </a:lnTo>
                <a:lnTo>
                  <a:pt x="182" y="393"/>
                </a:lnTo>
                <a:lnTo>
                  <a:pt x="180" y="391"/>
                </a:lnTo>
                <a:lnTo>
                  <a:pt x="177" y="386"/>
                </a:lnTo>
                <a:lnTo>
                  <a:pt x="175" y="381"/>
                </a:lnTo>
                <a:lnTo>
                  <a:pt x="172" y="379"/>
                </a:lnTo>
                <a:lnTo>
                  <a:pt x="170" y="374"/>
                </a:lnTo>
                <a:lnTo>
                  <a:pt x="170" y="374"/>
                </a:lnTo>
                <a:lnTo>
                  <a:pt x="168" y="374"/>
                </a:lnTo>
                <a:lnTo>
                  <a:pt x="168" y="374"/>
                </a:lnTo>
                <a:lnTo>
                  <a:pt x="168" y="245"/>
                </a:lnTo>
                <a:lnTo>
                  <a:pt x="168" y="245"/>
                </a:lnTo>
                <a:lnTo>
                  <a:pt x="165" y="243"/>
                </a:lnTo>
                <a:lnTo>
                  <a:pt x="165" y="243"/>
                </a:lnTo>
                <a:lnTo>
                  <a:pt x="163" y="243"/>
                </a:lnTo>
                <a:lnTo>
                  <a:pt x="163" y="146"/>
                </a:lnTo>
                <a:lnTo>
                  <a:pt x="163" y="146"/>
                </a:lnTo>
                <a:lnTo>
                  <a:pt x="163" y="146"/>
                </a:lnTo>
                <a:lnTo>
                  <a:pt x="160" y="146"/>
                </a:lnTo>
                <a:lnTo>
                  <a:pt x="160" y="146"/>
                </a:lnTo>
                <a:lnTo>
                  <a:pt x="160" y="65"/>
                </a:lnTo>
                <a:lnTo>
                  <a:pt x="160" y="63"/>
                </a:lnTo>
                <a:lnTo>
                  <a:pt x="158" y="63"/>
                </a:lnTo>
                <a:lnTo>
                  <a:pt x="158" y="63"/>
                </a:lnTo>
                <a:lnTo>
                  <a:pt x="158" y="63"/>
                </a:lnTo>
                <a:lnTo>
                  <a:pt x="158" y="0"/>
                </a:lnTo>
                <a:lnTo>
                  <a:pt x="158" y="0"/>
                </a:lnTo>
                <a:lnTo>
                  <a:pt x="155" y="0"/>
                </a:lnTo>
                <a:lnTo>
                  <a:pt x="155" y="0"/>
                </a:lnTo>
                <a:lnTo>
                  <a:pt x="155" y="0"/>
                </a:lnTo>
                <a:lnTo>
                  <a:pt x="155" y="0"/>
                </a:lnTo>
                <a:lnTo>
                  <a:pt x="155" y="0"/>
                </a:lnTo>
                <a:lnTo>
                  <a:pt x="155" y="0"/>
                </a:lnTo>
                <a:lnTo>
                  <a:pt x="153" y="0"/>
                </a:lnTo>
                <a:lnTo>
                  <a:pt x="153" y="0"/>
                </a:lnTo>
                <a:lnTo>
                  <a:pt x="153" y="0"/>
                </a:lnTo>
                <a:lnTo>
                  <a:pt x="153" y="2"/>
                </a:lnTo>
                <a:lnTo>
                  <a:pt x="153" y="2"/>
                </a:lnTo>
                <a:lnTo>
                  <a:pt x="153" y="63"/>
                </a:lnTo>
                <a:lnTo>
                  <a:pt x="153" y="63"/>
                </a:lnTo>
                <a:lnTo>
                  <a:pt x="153" y="63"/>
                </a:lnTo>
                <a:lnTo>
                  <a:pt x="151" y="65"/>
                </a:lnTo>
                <a:lnTo>
                  <a:pt x="151" y="65"/>
                </a:lnTo>
                <a:lnTo>
                  <a:pt x="151" y="65"/>
                </a:lnTo>
                <a:lnTo>
                  <a:pt x="151" y="146"/>
                </a:lnTo>
                <a:lnTo>
                  <a:pt x="151" y="146"/>
                </a:lnTo>
                <a:lnTo>
                  <a:pt x="151" y="146"/>
                </a:lnTo>
                <a:lnTo>
                  <a:pt x="148" y="146"/>
                </a:lnTo>
                <a:lnTo>
                  <a:pt x="148" y="146"/>
                </a:lnTo>
                <a:lnTo>
                  <a:pt x="148" y="243"/>
                </a:lnTo>
                <a:lnTo>
                  <a:pt x="148" y="243"/>
                </a:lnTo>
                <a:lnTo>
                  <a:pt x="146" y="245"/>
                </a:lnTo>
                <a:lnTo>
                  <a:pt x="146" y="245"/>
                </a:lnTo>
                <a:lnTo>
                  <a:pt x="146" y="374"/>
                </a:lnTo>
                <a:lnTo>
                  <a:pt x="146" y="374"/>
                </a:lnTo>
                <a:lnTo>
                  <a:pt x="143" y="374"/>
                </a:lnTo>
                <a:lnTo>
                  <a:pt x="143" y="374"/>
                </a:lnTo>
                <a:lnTo>
                  <a:pt x="141" y="379"/>
                </a:lnTo>
                <a:lnTo>
                  <a:pt x="141" y="384"/>
                </a:lnTo>
                <a:lnTo>
                  <a:pt x="138" y="386"/>
                </a:lnTo>
                <a:lnTo>
                  <a:pt x="136" y="391"/>
                </a:lnTo>
                <a:lnTo>
                  <a:pt x="131" y="393"/>
                </a:lnTo>
                <a:lnTo>
                  <a:pt x="129" y="396"/>
                </a:lnTo>
                <a:lnTo>
                  <a:pt x="124" y="398"/>
                </a:lnTo>
                <a:lnTo>
                  <a:pt x="121" y="401"/>
                </a:lnTo>
                <a:lnTo>
                  <a:pt x="117" y="401"/>
                </a:lnTo>
                <a:lnTo>
                  <a:pt x="105" y="403"/>
                </a:lnTo>
                <a:lnTo>
                  <a:pt x="97" y="403"/>
                </a:lnTo>
                <a:lnTo>
                  <a:pt x="92" y="405"/>
                </a:lnTo>
                <a:lnTo>
                  <a:pt x="80" y="413"/>
                </a:lnTo>
                <a:lnTo>
                  <a:pt x="80" y="413"/>
                </a:lnTo>
                <a:lnTo>
                  <a:pt x="80" y="418"/>
                </a:lnTo>
                <a:lnTo>
                  <a:pt x="80" y="418"/>
                </a:lnTo>
                <a:lnTo>
                  <a:pt x="80" y="420"/>
                </a:lnTo>
                <a:lnTo>
                  <a:pt x="85" y="420"/>
                </a:lnTo>
                <a:lnTo>
                  <a:pt x="95" y="425"/>
                </a:lnTo>
                <a:lnTo>
                  <a:pt x="95" y="425"/>
                </a:lnTo>
                <a:lnTo>
                  <a:pt x="95" y="425"/>
                </a:lnTo>
                <a:lnTo>
                  <a:pt x="100" y="425"/>
                </a:lnTo>
                <a:lnTo>
                  <a:pt x="100" y="425"/>
                </a:lnTo>
                <a:lnTo>
                  <a:pt x="102" y="425"/>
                </a:lnTo>
                <a:lnTo>
                  <a:pt x="102" y="425"/>
                </a:lnTo>
                <a:lnTo>
                  <a:pt x="107" y="427"/>
                </a:lnTo>
                <a:lnTo>
                  <a:pt x="112" y="427"/>
                </a:lnTo>
                <a:lnTo>
                  <a:pt x="112" y="427"/>
                </a:lnTo>
                <a:lnTo>
                  <a:pt x="119" y="427"/>
                </a:lnTo>
                <a:lnTo>
                  <a:pt x="124" y="427"/>
                </a:lnTo>
                <a:lnTo>
                  <a:pt x="124" y="427"/>
                </a:lnTo>
                <a:lnTo>
                  <a:pt x="124" y="427"/>
                </a:lnTo>
                <a:lnTo>
                  <a:pt x="129" y="427"/>
                </a:lnTo>
                <a:lnTo>
                  <a:pt x="129" y="427"/>
                </a:lnTo>
                <a:lnTo>
                  <a:pt x="126" y="430"/>
                </a:lnTo>
                <a:lnTo>
                  <a:pt x="121" y="430"/>
                </a:lnTo>
                <a:lnTo>
                  <a:pt x="119" y="430"/>
                </a:lnTo>
                <a:lnTo>
                  <a:pt x="119" y="432"/>
                </a:lnTo>
                <a:lnTo>
                  <a:pt x="119" y="439"/>
                </a:lnTo>
                <a:lnTo>
                  <a:pt x="119" y="449"/>
                </a:lnTo>
                <a:lnTo>
                  <a:pt x="119" y="459"/>
                </a:lnTo>
                <a:lnTo>
                  <a:pt x="119" y="469"/>
                </a:lnTo>
                <a:lnTo>
                  <a:pt x="119" y="478"/>
                </a:lnTo>
                <a:lnTo>
                  <a:pt x="119" y="481"/>
                </a:lnTo>
                <a:lnTo>
                  <a:pt x="121" y="481"/>
                </a:lnTo>
                <a:lnTo>
                  <a:pt x="124" y="483"/>
                </a:lnTo>
                <a:lnTo>
                  <a:pt x="129" y="483"/>
                </a:lnTo>
                <a:lnTo>
                  <a:pt x="131" y="483"/>
                </a:lnTo>
                <a:lnTo>
                  <a:pt x="131" y="486"/>
                </a:lnTo>
                <a:lnTo>
                  <a:pt x="119" y="486"/>
                </a:lnTo>
                <a:lnTo>
                  <a:pt x="100" y="486"/>
                </a:lnTo>
                <a:lnTo>
                  <a:pt x="83" y="488"/>
                </a:lnTo>
                <a:lnTo>
                  <a:pt x="73" y="490"/>
                </a:lnTo>
                <a:lnTo>
                  <a:pt x="66" y="490"/>
                </a:lnTo>
                <a:lnTo>
                  <a:pt x="66" y="495"/>
                </a:lnTo>
                <a:lnTo>
                  <a:pt x="68" y="498"/>
                </a:lnTo>
                <a:lnTo>
                  <a:pt x="75" y="498"/>
                </a:lnTo>
                <a:lnTo>
                  <a:pt x="88" y="500"/>
                </a:lnTo>
                <a:lnTo>
                  <a:pt x="105" y="500"/>
                </a:lnTo>
                <a:lnTo>
                  <a:pt x="124" y="500"/>
                </a:lnTo>
                <a:lnTo>
                  <a:pt x="131" y="500"/>
                </a:lnTo>
                <a:lnTo>
                  <a:pt x="131" y="505"/>
                </a:lnTo>
                <a:lnTo>
                  <a:pt x="121" y="507"/>
                </a:lnTo>
                <a:lnTo>
                  <a:pt x="107" y="507"/>
                </a:lnTo>
                <a:lnTo>
                  <a:pt x="95" y="507"/>
                </a:lnTo>
                <a:lnTo>
                  <a:pt x="88" y="510"/>
                </a:lnTo>
                <a:lnTo>
                  <a:pt x="88" y="510"/>
                </a:lnTo>
                <a:lnTo>
                  <a:pt x="88" y="520"/>
                </a:lnTo>
                <a:lnTo>
                  <a:pt x="85" y="520"/>
                </a:lnTo>
                <a:lnTo>
                  <a:pt x="80" y="520"/>
                </a:lnTo>
                <a:lnTo>
                  <a:pt x="75" y="520"/>
                </a:lnTo>
                <a:lnTo>
                  <a:pt x="73" y="520"/>
                </a:lnTo>
                <a:lnTo>
                  <a:pt x="73" y="520"/>
                </a:lnTo>
                <a:lnTo>
                  <a:pt x="78" y="1331"/>
                </a:lnTo>
                <a:lnTo>
                  <a:pt x="27" y="1333"/>
                </a:lnTo>
                <a:lnTo>
                  <a:pt x="27" y="1350"/>
                </a:lnTo>
                <a:lnTo>
                  <a:pt x="0" y="1353"/>
                </a:lnTo>
                <a:lnTo>
                  <a:pt x="0" y="1671"/>
                </a:lnTo>
                <a:lnTo>
                  <a:pt x="1279" y="1671"/>
                </a:lnTo>
                <a:lnTo>
                  <a:pt x="1279" y="1154"/>
                </a:lnTo>
                <a:close/>
                <a:moveTo>
                  <a:pt x="126" y="498"/>
                </a:moveTo>
                <a:lnTo>
                  <a:pt x="124" y="498"/>
                </a:lnTo>
                <a:lnTo>
                  <a:pt x="121" y="498"/>
                </a:lnTo>
                <a:lnTo>
                  <a:pt x="119" y="498"/>
                </a:lnTo>
                <a:lnTo>
                  <a:pt x="117" y="498"/>
                </a:lnTo>
                <a:lnTo>
                  <a:pt x="119" y="498"/>
                </a:lnTo>
                <a:lnTo>
                  <a:pt x="121" y="498"/>
                </a:lnTo>
                <a:lnTo>
                  <a:pt x="124" y="498"/>
                </a:lnTo>
                <a:lnTo>
                  <a:pt x="126" y="498"/>
                </a:lnTo>
                <a:lnTo>
                  <a:pt x="131" y="498"/>
                </a:lnTo>
                <a:lnTo>
                  <a:pt x="126" y="498"/>
                </a:lnTo>
                <a:close/>
                <a:moveTo>
                  <a:pt x="117" y="568"/>
                </a:moveTo>
                <a:lnTo>
                  <a:pt x="121" y="568"/>
                </a:lnTo>
                <a:lnTo>
                  <a:pt x="131" y="568"/>
                </a:lnTo>
                <a:lnTo>
                  <a:pt x="138" y="568"/>
                </a:lnTo>
                <a:lnTo>
                  <a:pt x="138" y="656"/>
                </a:lnTo>
                <a:lnTo>
                  <a:pt x="134" y="656"/>
                </a:lnTo>
                <a:lnTo>
                  <a:pt x="124" y="656"/>
                </a:lnTo>
                <a:lnTo>
                  <a:pt x="119" y="656"/>
                </a:lnTo>
                <a:lnTo>
                  <a:pt x="117" y="568"/>
                </a:lnTo>
                <a:close/>
                <a:moveTo>
                  <a:pt x="119" y="673"/>
                </a:moveTo>
                <a:lnTo>
                  <a:pt x="126" y="673"/>
                </a:lnTo>
                <a:lnTo>
                  <a:pt x="136" y="673"/>
                </a:lnTo>
                <a:lnTo>
                  <a:pt x="138" y="673"/>
                </a:lnTo>
                <a:lnTo>
                  <a:pt x="138" y="799"/>
                </a:lnTo>
                <a:lnTo>
                  <a:pt x="136" y="799"/>
                </a:lnTo>
                <a:lnTo>
                  <a:pt x="126" y="799"/>
                </a:lnTo>
                <a:lnTo>
                  <a:pt x="119" y="799"/>
                </a:lnTo>
                <a:lnTo>
                  <a:pt x="119" y="673"/>
                </a:lnTo>
                <a:close/>
                <a:moveTo>
                  <a:pt x="119" y="814"/>
                </a:moveTo>
                <a:lnTo>
                  <a:pt x="124" y="814"/>
                </a:lnTo>
                <a:lnTo>
                  <a:pt x="136" y="814"/>
                </a:lnTo>
                <a:lnTo>
                  <a:pt x="141" y="814"/>
                </a:lnTo>
                <a:lnTo>
                  <a:pt x="141" y="937"/>
                </a:lnTo>
                <a:lnTo>
                  <a:pt x="136" y="937"/>
                </a:lnTo>
                <a:lnTo>
                  <a:pt x="129" y="937"/>
                </a:lnTo>
                <a:lnTo>
                  <a:pt x="119" y="937"/>
                </a:lnTo>
                <a:lnTo>
                  <a:pt x="119" y="814"/>
                </a:lnTo>
                <a:close/>
                <a:moveTo>
                  <a:pt x="119" y="957"/>
                </a:moveTo>
                <a:lnTo>
                  <a:pt x="126" y="957"/>
                </a:lnTo>
                <a:lnTo>
                  <a:pt x="136" y="957"/>
                </a:lnTo>
                <a:lnTo>
                  <a:pt x="141" y="957"/>
                </a:lnTo>
                <a:lnTo>
                  <a:pt x="141" y="1071"/>
                </a:lnTo>
                <a:lnTo>
                  <a:pt x="138" y="1071"/>
                </a:lnTo>
                <a:lnTo>
                  <a:pt x="129" y="1071"/>
                </a:lnTo>
                <a:lnTo>
                  <a:pt x="121" y="1073"/>
                </a:lnTo>
                <a:lnTo>
                  <a:pt x="119" y="957"/>
                </a:lnTo>
                <a:close/>
                <a:moveTo>
                  <a:pt x="129" y="1185"/>
                </a:moveTo>
                <a:lnTo>
                  <a:pt x="121" y="1188"/>
                </a:lnTo>
                <a:lnTo>
                  <a:pt x="121" y="1095"/>
                </a:lnTo>
                <a:lnTo>
                  <a:pt x="126" y="1095"/>
                </a:lnTo>
                <a:lnTo>
                  <a:pt x="136" y="1095"/>
                </a:lnTo>
                <a:lnTo>
                  <a:pt x="141" y="1095"/>
                </a:lnTo>
                <a:lnTo>
                  <a:pt x="141" y="1185"/>
                </a:lnTo>
                <a:lnTo>
                  <a:pt x="129" y="1185"/>
                </a:lnTo>
                <a:close/>
                <a:moveTo>
                  <a:pt x="182" y="568"/>
                </a:moveTo>
                <a:lnTo>
                  <a:pt x="189" y="568"/>
                </a:lnTo>
                <a:lnTo>
                  <a:pt x="197" y="568"/>
                </a:lnTo>
                <a:lnTo>
                  <a:pt x="197" y="656"/>
                </a:lnTo>
                <a:lnTo>
                  <a:pt x="194" y="656"/>
                </a:lnTo>
                <a:lnTo>
                  <a:pt x="182" y="656"/>
                </a:lnTo>
                <a:lnTo>
                  <a:pt x="182" y="568"/>
                </a:lnTo>
                <a:close/>
                <a:moveTo>
                  <a:pt x="182" y="673"/>
                </a:moveTo>
                <a:lnTo>
                  <a:pt x="189" y="673"/>
                </a:lnTo>
                <a:lnTo>
                  <a:pt x="197" y="673"/>
                </a:lnTo>
                <a:lnTo>
                  <a:pt x="199" y="799"/>
                </a:lnTo>
                <a:lnTo>
                  <a:pt x="189" y="799"/>
                </a:lnTo>
                <a:lnTo>
                  <a:pt x="182" y="799"/>
                </a:lnTo>
                <a:lnTo>
                  <a:pt x="182" y="673"/>
                </a:lnTo>
                <a:close/>
                <a:moveTo>
                  <a:pt x="182" y="814"/>
                </a:moveTo>
                <a:lnTo>
                  <a:pt x="194" y="814"/>
                </a:lnTo>
                <a:lnTo>
                  <a:pt x="199" y="814"/>
                </a:lnTo>
                <a:lnTo>
                  <a:pt x="199" y="937"/>
                </a:lnTo>
                <a:lnTo>
                  <a:pt x="192" y="937"/>
                </a:lnTo>
                <a:lnTo>
                  <a:pt x="184" y="937"/>
                </a:lnTo>
                <a:lnTo>
                  <a:pt x="182" y="814"/>
                </a:lnTo>
                <a:close/>
                <a:moveTo>
                  <a:pt x="184" y="957"/>
                </a:moveTo>
                <a:lnTo>
                  <a:pt x="194" y="957"/>
                </a:lnTo>
                <a:lnTo>
                  <a:pt x="199" y="957"/>
                </a:lnTo>
                <a:lnTo>
                  <a:pt x="199" y="1071"/>
                </a:lnTo>
                <a:lnTo>
                  <a:pt x="192" y="1071"/>
                </a:lnTo>
                <a:lnTo>
                  <a:pt x="184" y="1071"/>
                </a:lnTo>
                <a:lnTo>
                  <a:pt x="184" y="957"/>
                </a:lnTo>
                <a:close/>
                <a:moveTo>
                  <a:pt x="199" y="1188"/>
                </a:moveTo>
                <a:lnTo>
                  <a:pt x="184" y="1185"/>
                </a:lnTo>
                <a:lnTo>
                  <a:pt x="184" y="1098"/>
                </a:lnTo>
                <a:lnTo>
                  <a:pt x="197" y="1098"/>
                </a:lnTo>
                <a:lnTo>
                  <a:pt x="199" y="1098"/>
                </a:lnTo>
                <a:lnTo>
                  <a:pt x="201" y="1188"/>
                </a:lnTo>
                <a:lnTo>
                  <a:pt x="199" y="1188"/>
                </a:lnTo>
                <a:close/>
              </a:path>
            </a:pathLst>
          </a:cu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7" name="Google Shape;977;p65"/>
          <p:cNvGrpSpPr/>
          <p:nvPr/>
        </p:nvGrpSpPr>
        <p:grpSpPr>
          <a:xfrm>
            <a:off x="1" y="6762305"/>
            <a:ext cx="12192000" cy="342083"/>
            <a:chOff x="2" y="2110197"/>
            <a:chExt cx="12192000" cy="134340"/>
          </a:xfrm>
        </p:grpSpPr>
        <p:sp>
          <p:nvSpPr>
            <p:cNvPr id="978" name="Google Shape;978;p65"/>
            <p:cNvSpPr/>
            <p:nvPr/>
          </p:nvSpPr>
          <p:spPr>
            <a:xfrm rot="-5400000">
              <a:off x="2980836" y="1161370"/>
              <a:ext cx="134333" cy="2032000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65"/>
            <p:cNvSpPr/>
            <p:nvPr/>
          </p:nvSpPr>
          <p:spPr>
            <a:xfrm rot="-5400000">
              <a:off x="5012835" y="1161369"/>
              <a:ext cx="134333" cy="2032000"/>
            </a:xfrm>
            <a:prstGeom prst="rect">
              <a:avLst/>
            </a:prstGeom>
            <a:solidFill>
              <a:srgbClr val="DE2A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65"/>
            <p:cNvSpPr/>
            <p:nvPr/>
          </p:nvSpPr>
          <p:spPr>
            <a:xfrm rot="-5400000">
              <a:off x="7044834" y="1161369"/>
              <a:ext cx="134335" cy="2032000"/>
            </a:xfrm>
            <a:prstGeom prst="rect">
              <a:avLst/>
            </a:prstGeom>
            <a:solidFill>
              <a:srgbClr val="B022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65"/>
            <p:cNvSpPr/>
            <p:nvPr/>
          </p:nvSpPr>
          <p:spPr>
            <a:xfrm rot="-5400000">
              <a:off x="9076834" y="1161367"/>
              <a:ext cx="134336" cy="2032000"/>
            </a:xfrm>
            <a:prstGeom prst="rect">
              <a:avLst/>
            </a:prstGeom>
            <a:solidFill>
              <a:srgbClr val="BC5E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65"/>
            <p:cNvSpPr/>
            <p:nvPr/>
          </p:nvSpPr>
          <p:spPr>
            <a:xfrm rot="-5400000">
              <a:off x="11108832" y="1161366"/>
              <a:ext cx="134338" cy="2032000"/>
            </a:xfrm>
            <a:prstGeom prst="rect">
              <a:avLst/>
            </a:prstGeom>
            <a:solidFill>
              <a:srgbClr val="B3050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65"/>
            <p:cNvSpPr/>
            <p:nvPr/>
          </p:nvSpPr>
          <p:spPr>
            <a:xfrm rot="-5400000">
              <a:off x="948836" y="1161370"/>
              <a:ext cx="134331" cy="2032000"/>
            </a:xfrm>
            <a:prstGeom prst="rect">
              <a:avLst/>
            </a:prstGeom>
            <a:solidFill>
              <a:srgbClr val="B022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7DE8F86-E0B2-A989-1AB0-DEEA803705DC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78775">
            <a:off x="3085207" y="1196235"/>
            <a:ext cx="5806894" cy="3871262"/>
          </a:xfrm>
          <a:prstGeom prst="rect">
            <a:avLst/>
          </a:prstGeom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Ever-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980B9"/>
      </a:accent1>
      <a:accent2>
        <a:srgbClr val="2D8AC9"/>
      </a:accent2>
      <a:accent3>
        <a:srgbClr val="3693D2"/>
      </a:accent3>
      <a:accent4>
        <a:srgbClr val="50A1D8"/>
      </a:accent4>
      <a:accent5>
        <a:srgbClr val="65ACDD"/>
      </a:accent5>
      <a:accent6>
        <a:srgbClr val="7EBAE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7697</TotalTime>
  <Words>1733</Words>
  <Application>Microsoft Office PowerPoint</Application>
  <PresentationFormat>Widescreen</PresentationFormat>
  <Paragraphs>241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Amasis MT Pro</vt:lpstr>
      <vt:lpstr>Aptos</vt:lpstr>
      <vt:lpstr>Aptos Black</vt:lpstr>
      <vt:lpstr>Aptos Display</vt:lpstr>
      <vt:lpstr>Arial</vt:lpstr>
      <vt:lpstr>Calibri</vt:lpstr>
      <vt:lpstr>Simplified Arabic Fixed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MOHAMED.ARBOUNI</dc:creator>
  <cp:lastModifiedBy>MOHAMED.ARBOUNI</cp:lastModifiedBy>
  <cp:revision>21</cp:revision>
  <dcterms:created xsi:type="dcterms:W3CDTF">2026-04-14T19:59:28Z</dcterms:created>
  <dcterms:modified xsi:type="dcterms:W3CDTF">2026-05-01T21:16:43Z</dcterms:modified>
</cp:coreProperties>
</file>